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ebas Neue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ooper Hewitt Bold" panose="020B0604020202020204" charset="0"/>
      <p:regular r:id="rId21"/>
    </p:embeddedFont>
    <p:embeddedFont>
      <p:font typeface="League Gothic" panose="020B0604020202020204" charset="0"/>
      <p:regular r:id="rId22"/>
    </p:embeddedFont>
    <p:embeddedFont>
      <p:font typeface="Montserrat" panose="00000500000000000000" pitchFamily="2" charset="0"/>
      <p:regular r:id="rId23"/>
    </p:embeddedFont>
    <p:embeddedFont>
      <p:font typeface="Open Sans" panose="020B0606030504020204" pitchFamily="34" charset="0"/>
      <p:regular r:id="rId24"/>
    </p:embeddedFont>
    <p:embeddedFont>
      <p:font typeface="Open Sans Bold" panose="020B0806030504020204" charset="0"/>
      <p:regular r:id="rId25"/>
    </p:embeddedFont>
    <p:embeddedFont>
      <p:font typeface="Poppins" panose="00000500000000000000" pitchFamily="2" charset="0"/>
      <p:regular r:id="rId26"/>
    </p:embeddedFont>
    <p:embeddedFont>
      <p:font typeface="Poppins Bold" panose="00000800000000000000" charset="0"/>
      <p:regular r:id="rId27"/>
    </p:embeddedFont>
    <p:embeddedFont>
      <p:font typeface="Roboto" panose="02000000000000000000" pitchFamily="2" charset="0"/>
      <p:regular r:id="rId28"/>
    </p:embeddedFont>
    <p:embeddedFont>
      <p:font typeface="Roboto Bold" panose="02000000000000000000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1.png"/><Relationship Id="rId7" Type="http://schemas.openxmlformats.org/officeDocument/2006/relationships/image" Target="../media/image4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11.png"/><Relationship Id="rId7" Type="http://schemas.openxmlformats.org/officeDocument/2006/relationships/image" Target="../media/image4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1.svg"/><Relationship Id="rId10" Type="http://schemas.openxmlformats.org/officeDocument/2006/relationships/image" Target="../media/image49.svg"/><Relationship Id="rId4" Type="http://schemas.openxmlformats.org/officeDocument/2006/relationships/image" Target="../media/image40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2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731" b="-707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759595"/>
            <a:ext cx="13699062" cy="8527405"/>
          </a:xfrm>
          <a:custGeom>
            <a:avLst/>
            <a:gdLst/>
            <a:ahLst/>
            <a:cxnLst/>
            <a:rect l="l" t="t" r="r" b="b"/>
            <a:pathLst>
              <a:path w="13699062" h="8527405">
                <a:moveTo>
                  <a:pt x="0" y="0"/>
                </a:moveTo>
                <a:lnTo>
                  <a:pt x="13699062" y="0"/>
                </a:lnTo>
                <a:lnTo>
                  <a:pt x="13699062" y="8527405"/>
                </a:lnTo>
                <a:lnTo>
                  <a:pt x="0" y="8527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85" t="-20634" r="-7517" b="-515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8531907"/>
            <a:ext cx="2815159" cy="407670"/>
            <a:chOff x="0" y="0"/>
            <a:chExt cx="604357" cy="875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4357" cy="87518"/>
            </a:xfrm>
            <a:custGeom>
              <a:avLst/>
              <a:gdLst/>
              <a:ahLst/>
              <a:cxnLst/>
              <a:rect l="l" t="t" r="r" b="b"/>
              <a:pathLst>
                <a:path w="604357" h="87518">
                  <a:moveTo>
                    <a:pt x="43759" y="0"/>
                  </a:moveTo>
                  <a:lnTo>
                    <a:pt x="560598" y="0"/>
                  </a:lnTo>
                  <a:cubicBezTo>
                    <a:pt x="584765" y="0"/>
                    <a:pt x="604357" y="19592"/>
                    <a:pt x="604357" y="43759"/>
                  </a:cubicBezTo>
                  <a:lnTo>
                    <a:pt x="604357" y="43759"/>
                  </a:lnTo>
                  <a:cubicBezTo>
                    <a:pt x="604357" y="67927"/>
                    <a:pt x="584765" y="87518"/>
                    <a:pt x="560598" y="87518"/>
                  </a:cubicBezTo>
                  <a:lnTo>
                    <a:pt x="43759" y="87518"/>
                  </a:lnTo>
                  <a:cubicBezTo>
                    <a:pt x="19592" y="87518"/>
                    <a:pt x="0" y="67927"/>
                    <a:pt x="0" y="43759"/>
                  </a:cubicBezTo>
                  <a:lnTo>
                    <a:pt x="0" y="43759"/>
                  </a:lnTo>
                  <a:cubicBezTo>
                    <a:pt x="0" y="19592"/>
                    <a:pt x="19592" y="0"/>
                    <a:pt x="43759" y="0"/>
                  </a:cubicBezTo>
                  <a:close/>
                </a:path>
              </a:pathLst>
            </a:custGeom>
            <a:solidFill>
              <a:srgbClr val="07306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04357" cy="13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778116"/>
            <a:ext cx="3199416" cy="421562"/>
            <a:chOff x="0" y="0"/>
            <a:chExt cx="686849" cy="905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6849" cy="90501"/>
            </a:xfrm>
            <a:custGeom>
              <a:avLst/>
              <a:gdLst/>
              <a:ahLst/>
              <a:cxnLst/>
              <a:rect l="l" t="t" r="r" b="b"/>
              <a:pathLst>
                <a:path w="686849" h="90501">
                  <a:moveTo>
                    <a:pt x="45250" y="0"/>
                  </a:moveTo>
                  <a:lnTo>
                    <a:pt x="641598" y="0"/>
                  </a:lnTo>
                  <a:cubicBezTo>
                    <a:pt x="666590" y="0"/>
                    <a:pt x="686849" y="20259"/>
                    <a:pt x="686849" y="45250"/>
                  </a:cubicBezTo>
                  <a:lnTo>
                    <a:pt x="686849" y="45250"/>
                  </a:lnTo>
                  <a:cubicBezTo>
                    <a:pt x="686849" y="70241"/>
                    <a:pt x="666590" y="90501"/>
                    <a:pt x="641598" y="90501"/>
                  </a:cubicBezTo>
                  <a:lnTo>
                    <a:pt x="45250" y="90501"/>
                  </a:lnTo>
                  <a:cubicBezTo>
                    <a:pt x="20259" y="90501"/>
                    <a:pt x="0" y="70241"/>
                    <a:pt x="0" y="45250"/>
                  </a:cubicBezTo>
                  <a:lnTo>
                    <a:pt x="0" y="45250"/>
                  </a:lnTo>
                  <a:cubicBezTo>
                    <a:pt x="0" y="20259"/>
                    <a:pt x="20259" y="0"/>
                    <a:pt x="45250" y="0"/>
                  </a:cubicBezTo>
                  <a:close/>
                </a:path>
              </a:pathLst>
            </a:custGeom>
            <a:solidFill>
              <a:srgbClr val="073064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86849" cy="138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4745519" y="8794682"/>
            <a:ext cx="162761" cy="270142"/>
          </a:xfrm>
          <a:custGeom>
            <a:avLst/>
            <a:gdLst/>
            <a:ahLst/>
            <a:cxnLst/>
            <a:rect l="l" t="t" r="r" b="b"/>
            <a:pathLst>
              <a:path w="162761" h="270142">
                <a:moveTo>
                  <a:pt x="162761" y="0"/>
                </a:moveTo>
                <a:lnTo>
                  <a:pt x="0" y="0"/>
                </a:lnTo>
                <a:lnTo>
                  <a:pt x="0" y="270142"/>
                </a:lnTo>
                <a:lnTo>
                  <a:pt x="162761" y="270142"/>
                </a:lnTo>
                <a:lnTo>
                  <a:pt x="1627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4795123"/>
            <a:ext cx="4412585" cy="1101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0"/>
              </a:lnSpc>
            </a:pPr>
            <a:r>
              <a:rPr lang="en-US" sz="8901" spc="178">
                <a:solidFill>
                  <a:srgbClr val="01796F"/>
                </a:solidFill>
                <a:latin typeface="League Gothic"/>
                <a:ea typeface="League Gothic"/>
                <a:cs typeface="League Gothic"/>
                <a:sym typeface="League Gothic"/>
              </a:rPr>
              <a:t>DES VOYAGES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839644"/>
            <a:ext cx="5051113" cy="197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1"/>
              </a:lnSpc>
            </a:pPr>
            <a:r>
              <a:rPr lang="en-US" sz="8301" spc="166">
                <a:solidFill>
                  <a:srgbClr val="073064"/>
                </a:solidFill>
                <a:latin typeface="League Gothic"/>
                <a:ea typeface="League Gothic"/>
                <a:cs typeface="League Gothic"/>
                <a:sym typeface="League Gothic"/>
              </a:rPr>
              <a:t>PLATEFORME DE RESERVATION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014633" y="-736474"/>
            <a:ext cx="10904892" cy="11196788"/>
            <a:chOff x="0" y="0"/>
            <a:chExt cx="5956300" cy="61157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56300" cy="6115735"/>
            </a:xfrm>
            <a:custGeom>
              <a:avLst/>
              <a:gdLst/>
              <a:ahLst/>
              <a:cxnLst/>
              <a:rect l="l" t="t" r="r" b="b"/>
              <a:pathLst>
                <a:path w="5956300" h="6115735">
                  <a:moveTo>
                    <a:pt x="0" y="6115735"/>
                  </a:moveTo>
                  <a:lnTo>
                    <a:pt x="692150" y="0"/>
                  </a:lnTo>
                  <a:lnTo>
                    <a:pt x="5956300" y="0"/>
                  </a:lnTo>
                  <a:lnTo>
                    <a:pt x="5264150" y="6115735"/>
                  </a:lnTo>
                  <a:close/>
                </a:path>
              </a:pathLst>
            </a:custGeom>
            <a:blipFill>
              <a:blip r:embed="rId6"/>
              <a:stretch>
                <a:fillRect l="-27055" r="-27055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rot="7285664" flipH="1" flipV="1">
            <a:off x="4815273" y="3175761"/>
            <a:ext cx="3471281" cy="2364810"/>
          </a:xfrm>
          <a:custGeom>
            <a:avLst/>
            <a:gdLst/>
            <a:ahLst/>
            <a:cxnLst/>
            <a:rect l="l" t="t" r="r" b="b"/>
            <a:pathLst>
              <a:path w="3471281" h="2364810">
                <a:moveTo>
                  <a:pt x="3471281" y="2364811"/>
                </a:moveTo>
                <a:lnTo>
                  <a:pt x="0" y="2364811"/>
                </a:lnTo>
                <a:lnTo>
                  <a:pt x="0" y="0"/>
                </a:lnTo>
                <a:lnTo>
                  <a:pt x="3471281" y="0"/>
                </a:lnTo>
                <a:lnTo>
                  <a:pt x="3471281" y="236481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796472">
            <a:off x="6070666" y="8113427"/>
            <a:ext cx="1227092" cy="1013493"/>
          </a:xfrm>
          <a:custGeom>
            <a:avLst/>
            <a:gdLst/>
            <a:ahLst/>
            <a:cxnLst/>
            <a:rect l="l" t="t" r="r" b="b"/>
            <a:pathLst>
              <a:path w="1227092" h="1013493">
                <a:moveTo>
                  <a:pt x="0" y="0"/>
                </a:moveTo>
                <a:lnTo>
                  <a:pt x="1227092" y="0"/>
                </a:lnTo>
                <a:lnTo>
                  <a:pt x="1227092" y="1013493"/>
                </a:lnTo>
                <a:lnTo>
                  <a:pt x="0" y="10134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6079813" y="127587"/>
            <a:ext cx="2785460" cy="1309350"/>
          </a:xfrm>
          <a:custGeom>
            <a:avLst/>
            <a:gdLst/>
            <a:ahLst/>
            <a:cxnLst/>
            <a:rect l="l" t="t" r="r" b="b"/>
            <a:pathLst>
              <a:path w="2785460" h="1309350">
                <a:moveTo>
                  <a:pt x="0" y="0"/>
                </a:moveTo>
                <a:lnTo>
                  <a:pt x="2785460" y="0"/>
                </a:lnTo>
                <a:lnTo>
                  <a:pt x="2785460" y="1309349"/>
                </a:lnTo>
                <a:lnTo>
                  <a:pt x="0" y="13093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907" t="-51850" r="-1314" b="-49618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5844" y="127587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5" y="0"/>
                </a:lnTo>
                <a:lnTo>
                  <a:pt x="2898285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39956" y="6720966"/>
            <a:ext cx="339437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spc="17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Présenter par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68991" y="7447328"/>
            <a:ext cx="3358934" cy="78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BATTAH Ahmed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ELALAOUI Oumaïma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9956" y="8464933"/>
            <a:ext cx="2538763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spc="17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Encadré par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7730" y="9203737"/>
            <a:ext cx="3358934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Mr. Ouahidi Bouabid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4937" y="-190019"/>
            <a:ext cx="3372382" cy="1536007"/>
            <a:chOff x="0" y="0"/>
            <a:chExt cx="888199" cy="4045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199" cy="404545"/>
            </a:xfrm>
            <a:custGeom>
              <a:avLst/>
              <a:gdLst/>
              <a:ahLst/>
              <a:cxnLst/>
              <a:rect l="l" t="t" r="r" b="b"/>
              <a:pathLst>
                <a:path w="888199" h="404545">
                  <a:moveTo>
                    <a:pt x="59688" y="0"/>
                  </a:moveTo>
                  <a:lnTo>
                    <a:pt x="828512" y="0"/>
                  </a:lnTo>
                  <a:cubicBezTo>
                    <a:pt x="861476" y="0"/>
                    <a:pt x="888199" y="26723"/>
                    <a:pt x="888199" y="59688"/>
                  </a:cubicBezTo>
                  <a:lnTo>
                    <a:pt x="888199" y="344857"/>
                  </a:lnTo>
                  <a:cubicBezTo>
                    <a:pt x="888199" y="360688"/>
                    <a:pt x="881911" y="375869"/>
                    <a:pt x="870717" y="387063"/>
                  </a:cubicBezTo>
                  <a:cubicBezTo>
                    <a:pt x="859524" y="398257"/>
                    <a:pt x="844342" y="404545"/>
                    <a:pt x="828512" y="404545"/>
                  </a:cubicBezTo>
                  <a:lnTo>
                    <a:pt x="59688" y="404545"/>
                  </a:lnTo>
                  <a:cubicBezTo>
                    <a:pt x="26723" y="404545"/>
                    <a:pt x="0" y="377822"/>
                    <a:pt x="0" y="344857"/>
                  </a:cubicBezTo>
                  <a:lnTo>
                    <a:pt x="0" y="59688"/>
                  </a:lnTo>
                  <a:cubicBezTo>
                    <a:pt x="0" y="26723"/>
                    <a:pt x="26723" y="0"/>
                    <a:pt x="59688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88199" cy="46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031986" y="58886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7444824" y="1028700"/>
            <a:ext cx="5904039" cy="1490770"/>
          </a:xfrm>
          <a:custGeom>
            <a:avLst/>
            <a:gdLst/>
            <a:ahLst/>
            <a:cxnLst/>
            <a:rect l="l" t="t" r="r" b="b"/>
            <a:pathLst>
              <a:path w="5904039" h="1490770">
                <a:moveTo>
                  <a:pt x="5904039" y="0"/>
                </a:moveTo>
                <a:lnTo>
                  <a:pt x="0" y="0"/>
                </a:lnTo>
                <a:lnTo>
                  <a:pt x="0" y="1490770"/>
                </a:lnTo>
                <a:lnTo>
                  <a:pt x="5904039" y="1490770"/>
                </a:lnTo>
                <a:lnTo>
                  <a:pt x="5904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810336" y="8742913"/>
            <a:ext cx="5573414" cy="1407287"/>
          </a:xfrm>
          <a:custGeom>
            <a:avLst/>
            <a:gdLst/>
            <a:ahLst/>
            <a:cxnLst/>
            <a:rect l="l" t="t" r="r" b="b"/>
            <a:pathLst>
              <a:path w="5573414" h="1407287">
                <a:moveTo>
                  <a:pt x="0" y="0"/>
                </a:moveTo>
                <a:lnTo>
                  <a:pt x="5573413" y="0"/>
                </a:lnTo>
                <a:lnTo>
                  <a:pt x="5573413" y="1407287"/>
                </a:lnTo>
                <a:lnTo>
                  <a:pt x="0" y="1407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186006" y="0"/>
            <a:ext cx="6682758" cy="10287000"/>
            <a:chOff x="0" y="0"/>
            <a:chExt cx="1035334" cy="15937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5334" cy="1593725"/>
            </a:xfrm>
            <a:custGeom>
              <a:avLst/>
              <a:gdLst/>
              <a:ahLst/>
              <a:cxnLst/>
              <a:rect l="l" t="t" r="r" b="b"/>
              <a:pathLst>
                <a:path w="1035334" h="1593725">
                  <a:moveTo>
                    <a:pt x="0" y="0"/>
                  </a:moveTo>
                  <a:lnTo>
                    <a:pt x="1035334" y="0"/>
                  </a:lnTo>
                  <a:lnTo>
                    <a:pt x="10353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8"/>
              <a:stretch>
                <a:fillRect l="-86829" r="-86829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-1094384">
            <a:off x="10377063" y="7993293"/>
            <a:ext cx="2667314" cy="2739218"/>
          </a:xfrm>
          <a:custGeom>
            <a:avLst/>
            <a:gdLst/>
            <a:ahLst/>
            <a:cxnLst/>
            <a:rect l="l" t="t" r="r" b="b"/>
            <a:pathLst>
              <a:path w="2667314" h="2739218">
                <a:moveTo>
                  <a:pt x="0" y="0"/>
                </a:moveTo>
                <a:lnTo>
                  <a:pt x="2667314" y="0"/>
                </a:lnTo>
                <a:lnTo>
                  <a:pt x="2667314" y="2739219"/>
                </a:lnTo>
                <a:lnTo>
                  <a:pt x="0" y="27392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468366"/>
            <a:ext cx="5457587" cy="1544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 spc="81">
                <a:solidFill>
                  <a:srgbClr val="073064"/>
                </a:solidFill>
                <a:latin typeface="Roboto Bold"/>
                <a:ea typeface="Roboto Bold"/>
                <a:cs typeface="Roboto Bold"/>
                <a:sym typeface="Roboto Bold"/>
              </a:rPr>
              <a:t>Sommaire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3768007"/>
            <a:ext cx="921695" cy="761912"/>
            <a:chOff x="0" y="0"/>
            <a:chExt cx="289472" cy="2392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9472" cy="239289"/>
            </a:xfrm>
            <a:custGeom>
              <a:avLst/>
              <a:gdLst/>
              <a:ahLst/>
              <a:cxnLst/>
              <a:rect l="l" t="t" r="r" b="b"/>
              <a:pathLst>
                <a:path w="289472" h="239289">
                  <a:moveTo>
                    <a:pt x="119645" y="0"/>
                  </a:moveTo>
                  <a:lnTo>
                    <a:pt x="169827" y="0"/>
                  </a:lnTo>
                  <a:cubicBezTo>
                    <a:pt x="235905" y="0"/>
                    <a:pt x="289472" y="53567"/>
                    <a:pt x="289472" y="119645"/>
                  </a:cubicBezTo>
                  <a:lnTo>
                    <a:pt x="289472" y="119645"/>
                  </a:lnTo>
                  <a:cubicBezTo>
                    <a:pt x="289472" y="151376"/>
                    <a:pt x="276866" y="181809"/>
                    <a:pt x="254428" y="204246"/>
                  </a:cubicBezTo>
                  <a:cubicBezTo>
                    <a:pt x="231991" y="226684"/>
                    <a:pt x="201559" y="239289"/>
                    <a:pt x="169827" y="239289"/>
                  </a:cubicBezTo>
                  <a:lnTo>
                    <a:pt x="119645" y="239289"/>
                  </a:lnTo>
                  <a:cubicBezTo>
                    <a:pt x="53567" y="239289"/>
                    <a:pt x="0" y="185723"/>
                    <a:pt x="0" y="119645"/>
                  </a:cubicBezTo>
                  <a:lnTo>
                    <a:pt x="0" y="119645"/>
                  </a:lnTo>
                  <a:cubicBezTo>
                    <a:pt x="0" y="53567"/>
                    <a:pt x="53567" y="0"/>
                    <a:pt x="119645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9472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4788143"/>
            <a:ext cx="921695" cy="761912"/>
            <a:chOff x="0" y="0"/>
            <a:chExt cx="289472" cy="2392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9472" cy="239289"/>
            </a:xfrm>
            <a:custGeom>
              <a:avLst/>
              <a:gdLst/>
              <a:ahLst/>
              <a:cxnLst/>
              <a:rect l="l" t="t" r="r" b="b"/>
              <a:pathLst>
                <a:path w="289472" h="239289">
                  <a:moveTo>
                    <a:pt x="119645" y="0"/>
                  </a:moveTo>
                  <a:lnTo>
                    <a:pt x="169827" y="0"/>
                  </a:lnTo>
                  <a:cubicBezTo>
                    <a:pt x="235905" y="0"/>
                    <a:pt x="289472" y="53567"/>
                    <a:pt x="289472" y="119645"/>
                  </a:cubicBezTo>
                  <a:lnTo>
                    <a:pt x="289472" y="119645"/>
                  </a:lnTo>
                  <a:cubicBezTo>
                    <a:pt x="289472" y="151376"/>
                    <a:pt x="276866" y="181809"/>
                    <a:pt x="254428" y="204246"/>
                  </a:cubicBezTo>
                  <a:cubicBezTo>
                    <a:pt x="231991" y="226684"/>
                    <a:pt x="201559" y="239289"/>
                    <a:pt x="169827" y="239289"/>
                  </a:cubicBezTo>
                  <a:lnTo>
                    <a:pt x="119645" y="239289"/>
                  </a:lnTo>
                  <a:cubicBezTo>
                    <a:pt x="53567" y="239289"/>
                    <a:pt x="0" y="185723"/>
                    <a:pt x="0" y="119645"/>
                  </a:cubicBezTo>
                  <a:lnTo>
                    <a:pt x="0" y="119645"/>
                  </a:lnTo>
                  <a:cubicBezTo>
                    <a:pt x="0" y="53567"/>
                    <a:pt x="53567" y="0"/>
                    <a:pt x="119645" y="0"/>
                  </a:cubicBezTo>
                  <a:close/>
                </a:path>
              </a:pathLst>
            </a:custGeom>
            <a:solidFill>
              <a:srgbClr val="1C355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9472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6887" y="4954122"/>
            <a:ext cx="605321" cy="5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36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2.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6887" y="3925104"/>
            <a:ext cx="605321" cy="5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36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59625" y="3964083"/>
            <a:ext cx="2463721" cy="4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889" b="1">
                <a:solidFill>
                  <a:srgbClr val="01796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Inctroduction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59625" y="4861877"/>
            <a:ext cx="2952976" cy="859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889" b="1">
                <a:solidFill>
                  <a:srgbClr val="07306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Présentation du Système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30816" y="5949927"/>
            <a:ext cx="921695" cy="761912"/>
            <a:chOff x="0" y="0"/>
            <a:chExt cx="289472" cy="239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9472" cy="239289"/>
            </a:xfrm>
            <a:custGeom>
              <a:avLst/>
              <a:gdLst/>
              <a:ahLst/>
              <a:cxnLst/>
              <a:rect l="l" t="t" r="r" b="b"/>
              <a:pathLst>
                <a:path w="289472" h="239289">
                  <a:moveTo>
                    <a:pt x="119645" y="0"/>
                  </a:moveTo>
                  <a:lnTo>
                    <a:pt x="169827" y="0"/>
                  </a:lnTo>
                  <a:cubicBezTo>
                    <a:pt x="235905" y="0"/>
                    <a:pt x="289472" y="53567"/>
                    <a:pt x="289472" y="119645"/>
                  </a:cubicBezTo>
                  <a:lnTo>
                    <a:pt x="289472" y="119645"/>
                  </a:lnTo>
                  <a:cubicBezTo>
                    <a:pt x="289472" y="151376"/>
                    <a:pt x="276866" y="181809"/>
                    <a:pt x="254428" y="204246"/>
                  </a:cubicBezTo>
                  <a:cubicBezTo>
                    <a:pt x="231991" y="226684"/>
                    <a:pt x="201559" y="239289"/>
                    <a:pt x="169827" y="239289"/>
                  </a:cubicBezTo>
                  <a:lnTo>
                    <a:pt x="119645" y="239289"/>
                  </a:lnTo>
                  <a:cubicBezTo>
                    <a:pt x="53567" y="239289"/>
                    <a:pt x="0" y="185723"/>
                    <a:pt x="0" y="119645"/>
                  </a:cubicBezTo>
                  <a:lnTo>
                    <a:pt x="0" y="119645"/>
                  </a:lnTo>
                  <a:cubicBezTo>
                    <a:pt x="0" y="53567"/>
                    <a:pt x="53567" y="0"/>
                    <a:pt x="119645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89472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86887" y="6097033"/>
            <a:ext cx="605321" cy="5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36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3.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31986" y="5991490"/>
            <a:ext cx="2980615" cy="859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889" b="1">
                <a:solidFill>
                  <a:srgbClr val="01796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Conception et modélisation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28700" y="7087202"/>
            <a:ext cx="921695" cy="761912"/>
            <a:chOff x="0" y="0"/>
            <a:chExt cx="289472" cy="23928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89472" cy="239289"/>
            </a:xfrm>
            <a:custGeom>
              <a:avLst/>
              <a:gdLst/>
              <a:ahLst/>
              <a:cxnLst/>
              <a:rect l="l" t="t" r="r" b="b"/>
              <a:pathLst>
                <a:path w="289472" h="239289">
                  <a:moveTo>
                    <a:pt x="119645" y="0"/>
                  </a:moveTo>
                  <a:lnTo>
                    <a:pt x="169827" y="0"/>
                  </a:lnTo>
                  <a:cubicBezTo>
                    <a:pt x="235905" y="0"/>
                    <a:pt x="289472" y="53567"/>
                    <a:pt x="289472" y="119645"/>
                  </a:cubicBezTo>
                  <a:lnTo>
                    <a:pt x="289472" y="119645"/>
                  </a:lnTo>
                  <a:cubicBezTo>
                    <a:pt x="289472" y="151376"/>
                    <a:pt x="276866" y="181809"/>
                    <a:pt x="254428" y="204246"/>
                  </a:cubicBezTo>
                  <a:cubicBezTo>
                    <a:pt x="231991" y="226684"/>
                    <a:pt x="201559" y="239289"/>
                    <a:pt x="169827" y="239289"/>
                  </a:cubicBezTo>
                  <a:lnTo>
                    <a:pt x="119645" y="239289"/>
                  </a:lnTo>
                  <a:cubicBezTo>
                    <a:pt x="53567" y="239289"/>
                    <a:pt x="0" y="185723"/>
                    <a:pt x="0" y="119645"/>
                  </a:cubicBezTo>
                  <a:lnTo>
                    <a:pt x="0" y="119645"/>
                  </a:lnTo>
                  <a:cubicBezTo>
                    <a:pt x="0" y="53567"/>
                    <a:pt x="53567" y="0"/>
                    <a:pt x="119645" y="0"/>
                  </a:cubicBezTo>
                  <a:close/>
                </a:path>
              </a:pathLst>
            </a:custGeom>
            <a:solidFill>
              <a:srgbClr val="07306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89472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86887" y="7239945"/>
            <a:ext cx="605321" cy="5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36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4.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31986" y="7285990"/>
            <a:ext cx="3135333" cy="4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889" b="1">
                <a:solidFill>
                  <a:srgbClr val="07306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Services métiers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182763" y="3779576"/>
            <a:ext cx="921695" cy="761912"/>
            <a:chOff x="0" y="0"/>
            <a:chExt cx="289472" cy="23928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9472" cy="239289"/>
            </a:xfrm>
            <a:custGeom>
              <a:avLst/>
              <a:gdLst/>
              <a:ahLst/>
              <a:cxnLst/>
              <a:rect l="l" t="t" r="r" b="b"/>
              <a:pathLst>
                <a:path w="289472" h="239289">
                  <a:moveTo>
                    <a:pt x="119645" y="0"/>
                  </a:moveTo>
                  <a:lnTo>
                    <a:pt x="169827" y="0"/>
                  </a:lnTo>
                  <a:cubicBezTo>
                    <a:pt x="235905" y="0"/>
                    <a:pt x="289472" y="53567"/>
                    <a:pt x="289472" y="119645"/>
                  </a:cubicBezTo>
                  <a:lnTo>
                    <a:pt x="289472" y="119645"/>
                  </a:lnTo>
                  <a:cubicBezTo>
                    <a:pt x="289472" y="151376"/>
                    <a:pt x="276866" y="181809"/>
                    <a:pt x="254428" y="204246"/>
                  </a:cubicBezTo>
                  <a:cubicBezTo>
                    <a:pt x="231991" y="226684"/>
                    <a:pt x="201559" y="239289"/>
                    <a:pt x="169827" y="239289"/>
                  </a:cubicBezTo>
                  <a:lnTo>
                    <a:pt x="119645" y="239289"/>
                  </a:lnTo>
                  <a:cubicBezTo>
                    <a:pt x="53567" y="239289"/>
                    <a:pt x="0" y="185723"/>
                    <a:pt x="0" y="119645"/>
                  </a:cubicBezTo>
                  <a:lnTo>
                    <a:pt x="0" y="119645"/>
                  </a:lnTo>
                  <a:cubicBezTo>
                    <a:pt x="0" y="53567"/>
                    <a:pt x="53567" y="0"/>
                    <a:pt x="119645" y="0"/>
                  </a:cubicBezTo>
                  <a:close/>
                </a:path>
              </a:pathLst>
            </a:custGeom>
            <a:solidFill>
              <a:srgbClr val="073064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89472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340949" y="3926945"/>
            <a:ext cx="605321" cy="5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36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5.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86049" y="3972991"/>
            <a:ext cx="4919189" cy="4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889" b="1">
                <a:solidFill>
                  <a:srgbClr val="07306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Services techniques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182763" y="4807940"/>
            <a:ext cx="921695" cy="761912"/>
            <a:chOff x="0" y="0"/>
            <a:chExt cx="289472" cy="23928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89472" cy="239289"/>
            </a:xfrm>
            <a:custGeom>
              <a:avLst/>
              <a:gdLst/>
              <a:ahLst/>
              <a:cxnLst/>
              <a:rect l="l" t="t" r="r" b="b"/>
              <a:pathLst>
                <a:path w="289472" h="239289">
                  <a:moveTo>
                    <a:pt x="119645" y="0"/>
                  </a:moveTo>
                  <a:lnTo>
                    <a:pt x="169827" y="0"/>
                  </a:lnTo>
                  <a:cubicBezTo>
                    <a:pt x="235905" y="0"/>
                    <a:pt x="289472" y="53567"/>
                    <a:pt x="289472" y="119645"/>
                  </a:cubicBezTo>
                  <a:lnTo>
                    <a:pt x="289472" y="119645"/>
                  </a:lnTo>
                  <a:cubicBezTo>
                    <a:pt x="289472" y="151376"/>
                    <a:pt x="276866" y="181809"/>
                    <a:pt x="254428" y="204246"/>
                  </a:cubicBezTo>
                  <a:cubicBezTo>
                    <a:pt x="231991" y="226684"/>
                    <a:pt x="201559" y="239289"/>
                    <a:pt x="169827" y="239289"/>
                  </a:cubicBezTo>
                  <a:lnTo>
                    <a:pt x="119645" y="239289"/>
                  </a:lnTo>
                  <a:cubicBezTo>
                    <a:pt x="53567" y="239289"/>
                    <a:pt x="0" y="185723"/>
                    <a:pt x="0" y="119645"/>
                  </a:cubicBezTo>
                  <a:lnTo>
                    <a:pt x="0" y="119645"/>
                  </a:lnTo>
                  <a:cubicBezTo>
                    <a:pt x="0" y="53567"/>
                    <a:pt x="53567" y="0"/>
                    <a:pt x="119645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89472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340949" y="4952280"/>
            <a:ext cx="605321" cy="5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36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6.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13688" y="4991259"/>
            <a:ext cx="2801706" cy="4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889" b="1">
                <a:solidFill>
                  <a:srgbClr val="01796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Démonstration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6182763" y="5948165"/>
            <a:ext cx="921695" cy="761912"/>
            <a:chOff x="0" y="0"/>
            <a:chExt cx="289472" cy="23928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89472" cy="239289"/>
            </a:xfrm>
            <a:custGeom>
              <a:avLst/>
              <a:gdLst/>
              <a:ahLst/>
              <a:cxnLst/>
              <a:rect l="l" t="t" r="r" b="b"/>
              <a:pathLst>
                <a:path w="289472" h="239289">
                  <a:moveTo>
                    <a:pt x="119645" y="0"/>
                  </a:moveTo>
                  <a:lnTo>
                    <a:pt x="169827" y="0"/>
                  </a:lnTo>
                  <a:cubicBezTo>
                    <a:pt x="235905" y="0"/>
                    <a:pt x="289472" y="53567"/>
                    <a:pt x="289472" y="119645"/>
                  </a:cubicBezTo>
                  <a:lnTo>
                    <a:pt x="289472" y="119645"/>
                  </a:lnTo>
                  <a:cubicBezTo>
                    <a:pt x="289472" y="151376"/>
                    <a:pt x="276866" y="181809"/>
                    <a:pt x="254428" y="204246"/>
                  </a:cubicBezTo>
                  <a:cubicBezTo>
                    <a:pt x="231991" y="226684"/>
                    <a:pt x="201559" y="239289"/>
                    <a:pt x="169827" y="239289"/>
                  </a:cubicBezTo>
                  <a:lnTo>
                    <a:pt x="119645" y="239289"/>
                  </a:lnTo>
                  <a:cubicBezTo>
                    <a:pt x="53567" y="239289"/>
                    <a:pt x="0" y="185723"/>
                    <a:pt x="0" y="119645"/>
                  </a:cubicBezTo>
                  <a:lnTo>
                    <a:pt x="0" y="119645"/>
                  </a:lnTo>
                  <a:cubicBezTo>
                    <a:pt x="0" y="53567"/>
                    <a:pt x="53567" y="0"/>
                    <a:pt x="119645" y="0"/>
                  </a:cubicBezTo>
                  <a:close/>
                </a:path>
              </a:pathLst>
            </a:custGeom>
            <a:solidFill>
              <a:srgbClr val="073064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89472" cy="27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340949" y="6114242"/>
            <a:ext cx="605321" cy="5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36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7.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213688" y="6161491"/>
            <a:ext cx="2463721" cy="47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889" b="1">
                <a:solidFill>
                  <a:srgbClr val="07306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354550" y="1970280"/>
            <a:ext cx="8476872" cy="6346440"/>
            <a:chOff x="0" y="0"/>
            <a:chExt cx="2877029" cy="21539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7029" cy="2153966"/>
            </a:xfrm>
            <a:custGeom>
              <a:avLst/>
              <a:gdLst/>
              <a:ahLst/>
              <a:cxnLst/>
              <a:rect l="l" t="t" r="r" b="b"/>
              <a:pathLst>
                <a:path w="2877029" h="2153966">
                  <a:moveTo>
                    <a:pt x="35879" y="0"/>
                  </a:moveTo>
                  <a:lnTo>
                    <a:pt x="2841150" y="0"/>
                  </a:lnTo>
                  <a:cubicBezTo>
                    <a:pt x="2850666" y="0"/>
                    <a:pt x="2859792" y="3780"/>
                    <a:pt x="2866521" y="10509"/>
                  </a:cubicBezTo>
                  <a:cubicBezTo>
                    <a:pt x="2873249" y="17237"/>
                    <a:pt x="2877029" y="26363"/>
                    <a:pt x="2877029" y="35879"/>
                  </a:cubicBezTo>
                  <a:lnTo>
                    <a:pt x="2877029" y="2118087"/>
                  </a:lnTo>
                  <a:cubicBezTo>
                    <a:pt x="2877029" y="2127602"/>
                    <a:pt x="2873249" y="2136728"/>
                    <a:pt x="2866521" y="2143457"/>
                  </a:cubicBezTo>
                  <a:cubicBezTo>
                    <a:pt x="2859792" y="2150186"/>
                    <a:pt x="2850666" y="2153966"/>
                    <a:pt x="2841150" y="2153966"/>
                  </a:cubicBezTo>
                  <a:lnTo>
                    <a:pt x="35879" y="2153966"/>
                  </a:lnTo>
                  <a:cubicBezTo>
                    <a:pt x="26363" y="2153966"/>
                    <a:pt x="17237" y="2150186"/>
                    <a:pt x="10509" y="2143457"/>
                  </a:cubicBezTo>
                  <a:cubicBezTo>
                    <a:pt x="3780" y="2136728"/>
                    <a:pt x="0" y="2127602"/>
                    <a:pt x="0" y="2118087"/>
                  </a:cubicBezTo>
                  <a:lnTo>
                    <a:pt x="0" y="35879"/>
                  </a:lnTo>
                  <a:cubicBezTo>
                    <a:pt x="0" y="26363"/>
                    <a:pt x="3780" y="17237"/>
                    <a:pt x="10509" y="10509"/>
                  </a:cubicBezTo>
                  <a:cubicBezTo>
                    <a:pt x="17237" y="3780"/>
                    <a:pt x="26363" y="0"/>
                    <a:pt x="35879" y="0"/>
                  </a:cubicBezTo>
                  <a:close/>
                </a:path>
              </a:pathLst>
            </a:custGeom>
            <a:solidFill>
              <a:srgbClr val="073064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877029" cy="2211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20495" y="2789818"/>
            <a:ext cx="7977652" cy="4652466"/>
            <a:chOff x="0" y="0"/>
            <a:chExt cx="596193" cy="3476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193" cy="347692"/>
            </a:xfrm>
            <a:custGeom>
              <a:avLst/>
              <a:gdLst/>
              <a:ahLst/>
              <a:cxnLst/>
              <a:rect l="l" t="t" r="r" b="b"/>
              <a:pathLst>
                <a:path w="596193" h="347692">
                  <a:moveTo>
                    <a:pt x="22320" y="0"/>
                  </a:moveTo>
                  <a:lnTo>
                    <a:pt x="573872" y="0"/>
                  </a:lnTo>
                  <a:cubicBezTo>
                    <a:pt x="586200" y="0"/>
                    <a:pt x="596193" y="9993"/>
                    <a:pt x="596193" y="22320"/>
                  </a:cubicBezTo>
                  <a:lnTo>
                    <a:pt x="596193" y="325372"/>
                  </a:lnTo>
                  <a:cubicBezTo>
                    <a:pt x="596193" y="331292"/>
                    <a:pt x="593841" y="336969"/>
                    <a:pt x="589655" y="341155"/>
                  </a:cubicBezTo>
                  <a:cubicBezTo>
                    <a:pt x="585469" y="345341"/>
                    <a:pt x="579792" y="347692"/>
                    <a:pt x="573872" y="347692"/>
                  </a:cubicBezTo>
                  <a:lnTo>
                    <a:pt x="22320" y="347692"/>
                  </a:lnTo>
                  <a:cubicBezTo>
                    <a:pt x="16401" y="347692"/>
                    <a:pt x="10723" y="345341"/>
                    <a:pt x="6537" y="341155"/>
                  </a:cubicBezTo>
                  <a:cubicBezTo>
                    <a:pt x="2352" y="336969"/>
                    <a:pt x="0" y="331292"/>
                    <a:pt x="0" y="325372"/>
                  </a:cubicBezTo>
                  <a:lnTo>
                    <a:pt x="0" y="22320"/>
                  </a:lnTo>
                  <a:cubicBezTo>
                    <a:pt x="0" y="16401"/>
                    <a:pt x="2352" y="10723"/>
                    <a:pt x="6537" y="6537"/>
                  </a:cubicBezTo>
                  <a:cubicBezTo>
                    <a:pt x="10723" y="2352"/>
                    <a:pt x="16401" y="0"/>
                    <a:pt x="22320" y="0"/>
                  </a:cubicBezTo>
                  <a:close/>
                </a:path>
              </a:pathLst>
            </a:custGeom>
            <a:blipFill>
              <a:blip r:embed="rId3"/>
              <a:stretch>
                <a:fillRect l="-1838" r="-1838"/>
              </a:stretch>
            </a:blipFill>
            <a:ln w="104775" cap="rnd">
              <a:solidFill>
                <a:srgbClr val="01796F"/>
              </a:solidFill>
              <a:prstDash val="solid"/>
              <a:round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794937" y="-190019"/>
            <a:ext cx="3372382" cy="1536007"/>
            <a:chOff x="0" y="0"/>
            <a:chExt cx="888199" cy="4045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8199" cy="404545"/>
            </a:xfrm>
            <a:custGeom>
              <a:avLst/>
              <a:gdLst/>
              <a:ahLst/>
              <a:cxnLst/>
              <a:rect l="l" t="t" r="r" b="b"/>
              <a:pathLst>
                <a:path w="888199" h="404545">
                  <a:moveTo>
                    <a:pt x="59688" y="0"/>
                  </a:moveTo>
                  <a:lnTo>
                    <a:pt x="828512" y="0"/>
                  </a:lnTo>
                  <a:cubicBezTo>
                    <a:pt x="861476" y="0"/>
                    <a:pt x="888199" y="26723"/>
                    <a:pt x="888199" y="59688"/>
                  </a:cubicBezTo>
                  <a:lnTo>
                    <a:pt x="888199" y="344857"/>
                  </a:lnTo>
                  <a:cubicBezTo>
                    <a:pt x="888199" y="360688"/>
                    <a:pt x="881911" y="375869"/>
                    <a:pt x="870717" y="387063"/>
                  </a:cubicBezTo>
                  <a:cubicBezTo>
                    <a:pt x="859524" y="398257"/>
                    <a:pt x="844342" y="404545"/>
                    <a:pt x="828512" y="404545"/>
                  </a:cubicBezTo>
                  <a:lnTo>
                    <a:pt x="59688" y="404545"/>
                  </a:lnTo>
                  <a:cubicBezTo>
                    <a:pt x="26723" y="404545"/>
                    <a:pt x="0" y="377822"/>
                    <a:pt x="0" y="344857"/>
                  </a:cubicBezTo>
                  <a:lnTo>
                    <a:pt x="0" y="59688"/>
                  </a:lnTo>
                  <a:cubicBezTo>
                    <a:pt x="0" y="26723"/>
                    <a:pt x="26723" y="0"/>
                    <a:pt x="59688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88199" cy="46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031986" y="58886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4126" y="4557394"/>
            <a:ext cx="7852243" cy="117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 dirty="0">
                <a:solidFill>
                  <a:srgbClr val="01796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841667" y="7442284"/>
            <a:ext cx="5502639" cy="5636506"/>
          </a:xfrm>
          <a:custGeom>
            <a:avLst/>
            <a:gdLst/>
            <a:ahLst/>
            <a:cxnLst/>
            <a:rect l="l" t="t" r="r" b="b"/>
            <a:pathLst>
              <a:path w="5502639" h="5636506">
                <a:moveTo>
                  <a:pt x="0" y="0"/>
                </a:moveTo>
                <a:lnTo>
                  <a:pt x="5502638" y="0"/>
                </a:lnTo>
                <a:lnTo>
                  <a:pt x="5502638" y="5636506"/>
                </a:lnTo>
                <a:lnTo>
                  <a:pt x="0" y="56365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128942" y="0"/>
            <a:ext cx="6291464" cy="10397046"/>
            <a:chOff x="0" y="0"/>
            <a:chExt cx="1657011" cy="27383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57011" cy="2738317"/>
            </a:xfrm>
            <a:custGeom>
              <a:avLst/>
              <a:gdLst/>
              <a:ahLst/>
              <a:cxnLst/>
              <a:rect l="l" t="t" r="r" b="b"/>
              <a:pathLst>
                <a:path w="1657011" h="2738317">
                  <a:moveTo>
                    <a:pt x="62758" y="0"/>
                  </a:moveTo>
                  <a:lnTo>
                    <a:pt x="1594253" y="0"/>
                  </a:lnTo>
                  <a:cubicBezTo>
                    <a:pt x="1610898" y="0"/>
                    <a:pt x="1626860" y="6612"/>
                    <a:pt x="1638630" y="18381"/>
                  </a:cubicBezTo>
                  <a:cubicBezTo>
                    <a:pt x="1650399" y="30151"/>
                    <a:pt x="1657011" y="46113"/>
                    <a:pt x="1657011" y="62758"/>
                  </a:cubicBezTo>
                  <a:lnTo>
                    <a:pt x="1657011" y="2675559"/>
                  </a:lnTo>
                  <a:cubicBezTo>
                    <a:pt x="1657011" y="2692203"/>
                    <a:pt x="1650399" y="2708166"/>
                    <a:pt x="1638630" y="2719935"/>
                  </a:cubicBezTo>
                  <a:cubicBezTo>
                    <a:pt x="1626860" y="2731705"/>
                    <a:pt x="1610898" y="2738317"/>
                    <a:pt x="1594253" y="2738317"/>
                  </a:cubicBezTo>
                  <a:lnTo>
                    <a:pt x="62758" y="2738317"/>
                  </a:lnTo>
                  <a:cubicBezTo>
                    <a:pt x="46113" y="2738317"/>
                    <a:pt x="30151" y="2731705"/>
                    <a:pt x="18381" y="2719935"/>
                  </a:cubicBezTo>
                  <a:cubicBezTo>
                    <a:pt x="6612" y="2708166"/>
                    <a:pt x="0" y="2692203"/>
                    <a:pt x="0" y="2675559"/>
                  </a:cubicBezTo>
                  <a:lnTo>
                    <a:pt x="0" y="62758"/>
                  </a:lnTo>
                  <a:cubicBezTo>
                    <a:pt x="0" y="46113"/>
                    <a:pt x="6612" y="30151"/>
                    <a:pt x="18381" y="18381"/>
                  </a:cubicBezTo>
                  <a:cubicBezTo>
                    <a:pt x="30151" y="6612"/>
                    <a:pt x="46113" y="0"/>
                    <a:pt x="62758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657011" cy="2738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836598" y="2055913"/>
            <a:ext cx="4651848" cy="6251374"/>
            <a:chOff x="0" y="0"/>
            <a:chExt cx="3663950" cy="4923790"/>
          </a:xfrm>
        </p:grpSpPr>
        <p:sp>
          <p:nvSpPr>
            <p:cNvPr id="7" name="Freeform 7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51280" r="-51280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186770" y="2690240"/>
            <a:ext cx="5133880" cy="783833"/>
            <a:chOff x="0" y="0"/>
            <a:chExt cx="2661803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61802" cy="406400"/>
            </a:xfrm>
            <a:custGeom>
              <a:avLst/>
              <a:gdLst/>
              <a:ahLst/>
              <a:cxnLst/>
              <a:rect l="l" t="t" r="r" b="b"/>
              <a:pathLst>
                <a:path w="2661802" h="406400">
                  <a:moveTo>
                    <a:pt x="2458602" y="0"/>
                  </a:moveTo>
                  <a:cubicBezTo>
                    <a:pt x="2570827" y="0"/>
                    <a:pt x="2661802" y="90976"/>
                    <a:pt x="2661802" y="203200"/>
                  </a:cubicBezTo>
                  <a:cubicBezTo>
                    <a:pt x="2661802" y="315424"/>
                    <a:pt x="2570827" y="406400"/>
                    <a:pt x="24586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306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661803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86770" y="5852148"/>
            <a:ext cx="5853559" cy="783833"/>
            <a:chOff x="0" y="0"/>
            <a:chExt cx="303494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4940" cy="406400"/>
            </a:xfrm>
            <a:custGeom>
              <a:avLst/>
              <a:gdLst/>
              <a:ahLst/>
              <a:cxnLst/>
              <a:rect l="l" t="t" r="r" b="b"/>
              <a:pathLst>
                <a:path w="3034940" h="406400">
                  <a:moveTo>
                    <a:pt x="2831740" y="0"/>
                  </a:moveTo>
                  <a:cubicBezTo>
                    <a:pt x="2943964" y="0"/>
                    <a:pt x="3034940" y="90976"/>
                    <a:pt x="3034940" y="203200"/>
                  </a:cubicBezTo>
                  <a:cubicBezTo>
                    <a:pt x="3034940" y="315424"/>
                    <a:pt x="2943964" y="406400"/>
                    <a:pt x="28317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73064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3034940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45336" y="192935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606482" y="6406891"/>
            <a:ext cx="4896037" cy="3880109"/>
          </a:xfrm>
          <a:custGeom>
            <a:avLst/>
            <a:gdLst/>
            <a:ahLst/>
            <a:cxnLst/>
            <a:rect l="l" t="t" r="r" b="b"/>
            <a:pathLst>
              <a:path w="4896037" h="3880109">
                <a:moveTo>
                  <a:pt x="0" y="0"/>
                </a:moveTo>
                <a:lnTo>
                  <a:pt x="4896037" y="0"/>
                </a:lnTo>
                <a:lnTo>
                  <a:pt x="4896037" y="3880109"/>
                </a:lnTo>
                <a:lnTo>
                  <a:pt x="0" y="3880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2193979" y="5986707"/>
            <a:ext cx="4716103" cy="4114800"/>
          </a:xfrm>
          <a:custGeom>
            <a:avLst/>
            <a:gdLst/>
            <a:ahLst/>
            <a:cxnLst/>
            <a:rect l="l" t="t" r="r" b="b"/>
            <a:pathLst>
              <a:path w="4716103" h="4114800">
                <a:moveTo>
                  <a:pt x="0" y="0"/>
                </a:moveTo>
                <a:lnTo>
                  <a:pt x="4716103" y="0"/>
                </a:lnTo>
                <a:lnTo>
                  <a:pt x="47161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186770" y="910162"/>
            <a:ext cx="8786698" cy="939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07306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Présentation du Système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91332" y="2913882"/>
            <a:ext cx="5472488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 spc="74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Besoin fonctionnel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35414" y="3702673"/>
            <a:ext cx="5384324" cy="171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Recherche d'hébergements, de transports et d'activités </a:t>
            </a:r>
          </a:p>
          <a:p>
            <a:pPr marL="431801" lvl="1" indent="-215900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Réservation et paiement en ligne </a:t>
            </a:r>
          </a:p>
          <a:p>
            <a:pPr marL="431801" lvl="1" indent="-215900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Assistance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91332" y="6075789"/>
            <a:ext cx="594028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 spc="74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Besoin Non fonctionnel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35414" y="6864581"/>
            <a:ext cx="5384324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</a:p>
          <a:p>
            <a:pPr marL="431801" lvl="1" indent="-215900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Disponibilité </a:t>
            </a:r>
          </a:p>
          <a:p>
            <a:pPr marL="431801" lvl="1" indent="-215900" algn="l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Fiabilité</a:t>
            </a:r>
          </a:p>
        </p:txBody>
      </p:sp>
      <p:sp>
        <p:nvSpPr>
          <p:cNvPr id="23" name="AutoShape 23"/>
          <p:cNvSpPr/>
          <p:nvPr/>
        </p:nvSpPr>
        <p:spPr>
          <a:xfrm>
            <a:off x="0" y="1698105"/>
            <a:ext cx="516252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945539"/>
            <a:ext cx="16230600" cy="6770445"/>
            <a:chOff x="0" y="0"/>
            <a:chExt cx="5508625" cy="22978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08625" cy="2297872"/>
            </a:xfrm>
            <a:custGeom>
              <a:avLst/>
              <a:gdLst/>
              <a:ahLst/>
              <a:cxnLst/>
              <a:rect l="l" t="t" r="r" b="b"/>
              <a:pathLst>
                <a:path w="5508625" h="2297872">
                  <a:moveTo>
                    <a:pt x="18739" y="0"/>
                  </a:moveTo>
                  <a:lnTo>
                    <a:pt x="5489886" y="0"/>
                  </a:lnTo>
                  <a:cubicBezTo>
                    <a:pt x="5494856" y="0"/>
                    <a:pt x="5499622" y="1974"/>
                    <a:pt x="5503137" y="5488"/>
                  </a:cubicBezTo>
                  <a:cubicBezTo>
                    <a:pt x="5506651" y="9003"/>
                    <a:pt x="5508625" y="13769"/>
                    <a:pt x="5508625" y="18739"/>
                  </a:cubicBezTo>
                  <a:lnTo>
                    <a:pt x="5508625" y="2279133"/>
                  </a:lnTo>
                  <a:cubicBezTo>
                    <a:pt x="5508625" y="2284103"/>
                    <a:pt x="5506651" y="2288870"/>
                    <a:pt x="5503137" y="2292384"/>
                  </a:cubicBezTo>
                  <a:cubicBezTo>
                    <a:pt x="5499622" y="2295898"/>
                    <a:pt x="5494856" y="2297872"/>
                    <a:pt x="5489886" y="2297872"/>
                  </a:cubicBezTo>
                  <a:lnTo>
                    <a:pt x="18739" y="2297872"/>
                  </a:lnTo>
                  <a:cubicBezTo>
                    <a:pt x="13769" y="2297872"/>
                    <a:pt x="9003" y="2295898"/>
                    <a:pt x="5488" y="2292384"/>
                  </a:cubicBezTo>
                  <a:cubicBezTo>
                    <a:pt x="1974" y="2288870"/>
                    <a:pt x="0" y="2284103"/>
                    <a:pt x="0" y="2279133"/>
                  </a:cubicBezTo>
                  <a:lnTo>
                    <a:pt x="0" y="18739"/>
                  </a:lnTo>
                  <a:cubicBezTo>
                    <a:pt x="0" y="13769"/>
                    <a:pt x="1974" y="9003"/>
                    <a:pt x="5488" y="5488"/>
                  </a:cubicBezTo>
                  <a:cubicBezTo>
                    <a:pt x="9003" y="1974"/>
                    <a:pt x="13769" y="0"/>
                    <a:pt x="18739" y="0"/>
                  </a:cubicBezTo>
                  <a:close/>
                </a:path>
              </a:pathLst>
            </a:custGeom>
            <a:solidFill>
              <a:srgbClr val="073064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508625" cy="23550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41988" y="1201469"/>
            <a:ext cx="4404024" cy="8056831"/>
            <a:chOff x="0" y="0"/>
            <a:chExt cx="329125" cy="6021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125" cy="602110"/>
            </a:xfrm>
            <a:custGeom>
              <a:avLst/>
              <a:gdLst/>
              <a:ahLst/>
              <a:cxnLst/>
              <a:rect l="l" t="t" r="r" b="b"/>
              <a:pathLst>
                <a:path w="329125" h="602110">
                  <a:moveTo>
                    <a:pt x="40432" y="0"/>
                  </a:moveTo>
                  <a:lnTo>
                    <a:pt x="288693" y="0"/>
                  </a:lnTo>
                  <a:cubicBezTo>
                    <a:pt x="299416" y="0"/>
                    <a:pt x="309701" y="4260"/>
                    <a:pt x="317283" y="11842"/>
                  </a:cubicBezTo>
                  <a:cubicBezTo>
                    <a:pt x="324866" y="19425"/>
                    <a:pt x="329125" y="29709"/>
                    <a:pt x="329125" y="40432"/>
                  </a:cubicBezTo>
                  <a:lnTo>
                    <a:pt x="329125" y="561678"/>
                  </a:lnTo>
                  <a:cubicBezTo>
                    <a:pt x="329125" y="584008"/>
                    <a:pt x="311023" y="602110"/>
                    <a:pt x="288693" y="602110"/>
                  </a:cubicBezTo>
                  <a:lnTo>
                    <a:pt x="40432" y="602110"/>
                  </a:lnTo>
                  <a:cubicBezTo>
                    <a:pt x="18102" y="602110"/>
                    <a:pt x="0" y="584008"/>
                    <a:pt x="0" y="561678"/>
                  </a:cubicBezTo>
                  <a:lnTo>
                    <a:pt x="0" y="40432"/>
                  </a:lnTo>
                  <a:cubicBezTo>
                    <a:pt x="0" y="18102"/>
                    <a:pt x="18102" y="0"/>
                    <a:pt x="40432" y="0"/>
                  </a:cubicBezTo>
                  <a:close/>
                </a:path>
              </a:pathLst>
            </a:custGeom>
            <a:blipFill>
              <a:blip r:embed="rId3"/>
              <a:stretch>
                <a:fillRect l="-84723" r="-8934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205425" y="-171667"/>
            <a:ext cx="3372382" cy="1536007"/>
            <a:chOff x="0" y="0"/>
            <a:chExt cx="888199" cy="4045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8199" cy="404545"/>
            </a:xfrm>
            <a:custGeom>
              <a:avLst/>
              <a:gdLst/>
              <a:ahLst/>
              <a:cxnLst/>
              <a:rect l="l" t="t" r="r" b="b"/>
              <a:pathLst>
                <a:path w="888199" h="404545">
                  <a:moveTo>
                    <a:pt x="59688" y="0"/>
                  </a:moveTo>
                  <a:lnTo>
                    <a:pt x="828512" y="0"/>
                  </a:lnTo>
                  <a:cubicBezTo>
                    <a:pt x="861476" y="0"/>
                    <a:pt x="888199" y="26723"/>
                    <a:pt x="888199" y="59688"/>
                  </a:cubicBezTo>
                  <a:lnTo>
                    <a:pt x="888199" y="344857"/>
                  </a:lnTo>
                  <a:cubicBezTo>
                    <a:pt x="888199" y="360688"/>
                    <a:pt x="881911" y="375869"/>
                    <a:pt x="870717" y="387063"/>
                  </a:cubicBezTo>
                  <a:cubicBezTo>
                    <a:pt x="859524" y="398257"/>
                    <a:pt x="844342" y="404545"/>
                    <a:pt x="828512" y="404545"/>
                  </a:cubicBezTo>
                  <a:lnTo>
                    <a:pt x="59688" y="404545"/>
                  </a:lnTo>
                  <a:cubicBezTo>
                    <a:pt x="26723" y="404545"/>
                    <a:pt x="0" y="377822"/>
                    <a:pt x="0" y="344857"/>
                  </a:cubicBezTo>
                  <a:lnTo>
                    <a:pt x="0" y="59688"/>
                  </a:lnTo>
                  <a:cubicBezTo>
                    <a:pt x="0" y="26723"/>
                    <a:pt x="26723" y="0"/>
                    <a:pt x="59688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88199" cy="46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1624" y="77238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820363" y="6666627"/>
            <a:ext cx="2249690" cy="1754845"/>
          </a:xfrm>
          <a:custGeom>
            <a:avLst/>
            <a:gdLst/>
            <a:ahLst/>
            <a:cxnLst/>
            <a:rect l="l" t="t" r="r" b="b"/>
            <a:pathLst>
              <a:path w="2249690" h="1754845">
                <a:moveTo>
                  <a:pt x="0" y="0"/>
                </a:moveTo>
                <a:lnTo>
                  <a:pt x="2249690" y="0"/>
                </a:lnTo>
                <a:lnTo>
                  <a:pt x="2249690" y="1754846"/>
                </a:lnTo>
                <a:lnTo>
                  <a:pt x="0" y="1754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66881" y="3629520"/>
            <a:ext cx="7156654" cy="100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>
                <a:solidFill>
                  <a:srgbClr val="01796F"/>
                </a:solidFill>
                <a:latin typeface="League Gothic"/>
                <a:ea typeface="League Gothic"/>
                <a:cs typeface="League Gothic"/>
                <a:sym typeface="League Gothic"/>
              </a:rPr>
              <a:t>CONCEPTION ET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2891" y="4848721"/>
            <a:ext cx="5288530" cy="100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MODÉLISATION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46012" y="2045438"/>
            <a:ext cx="5709725" cy="637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Pour la conception de notre système, nous avons choisi une architecture en microservices afin d’assurer modularité et évolutivité. 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Chaque service est indépendant et communique avec les autres via des API REST. 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Cette approche permet une gestion optimisée des utilisateurs, réservations, hébergements, transports, activités et de l'AI Assistance, tout en facilitant la maintenance et les mises à jour de la plateforme.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91171" y="2061552"/>
            <a:ext cx="10495486" cy="7423636"/>
          </a:xfrm>
          <a:custGeom>
            <a:avLst/>
            <a:gdLst/>
            <a:ahLst/>
            <a:cxnLst/>
            <a:rect l="l" t="t" r="r" b="b"/>
            <a:pathLst>
              <a:path w="10495486" h="7423636">
                <a:moveTo>
                  <a:pt x="0" y="0"/>
                </a:moveTo>
                <a:lnTo>
                  <a:pt x="10495486" y="0"/>
                </a:lnTo>
                <a:lnTo>
                  <a:pt x="10495486" y="7423637"/>
                </a:lnTo>
                <a:lnTo>
                  <a:pt x="0" y="7423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890682" y="0"/>
            <a:ext cx="4240127" cy="10561415"/>
            <a:chOff x="0" y="0"/>
            <a:chExt cx="1062342" cy="26461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2343" cy="2646110"/>
            </a:xfrm>
            <a:custGeom>
              <a:avLst/>
              <a:gdLst/>
              <a:ahLst/>
              <a:cxnLst/>
              <a:rect l="l" t="t" r="r" b="b"/>
              <a:pathLst>
                <a:path w="1062343" h="2646110">
                  <a:moveTo>
                    <a:pt x="51124" y="0"/>
                  </a:moveTo>
                  <a:lnTo>
                    <a:pt x="1011218" y="0"/>
                  </a:lnTo>
                  <a:cubicBezTo>
                    <a:pt x="1039453" y="0"/>
                    <a:pt x="1062343" y="22889"/>
                    <a:pt x="1062343" y="51124"/>
                  </a:cubicBezTo>
                  <a:lnTo>
                    <a:pt x="1062343" y="2594985"/>
                  </a:lnTo>
                  <a:cubicBezTo>
                    <a:pt x="1062343" y="2608544"/>
                    <a:pt x="1056956" y="2621548"/>
                    <a:pt x="1047369" y="2631136"/>
                  </a:cubicBezTo>
                  <a:cubicBezTo>
                    <a:pt x="1037781" y="2640723"/>
                    <a:pt x="1024777" y="2646110"/>
                    <a:pt x="1011218" y="2646110"/>
                  </a:cubicBezTo>
                  <a:lnTo>
                    <a:pt x="51124" y="2646110"/>
                  </a:lnTo>
                  <a:cubicBezTo>
                    <a:pt x="37565" y="2646110"/>
                    <a:pt x="24562" y="2640723"/>
                    <a:pt x="14974" y="2631136"/>
                  </a:cubicBezTo>
                  <a:cubicBezTo>
                    <a:pt x="5386" y="2621548"/>
                    <a:pt x="0" y="2608544"/>
                    <a:pt x="0" y="2594985"/>
                  </a:cubicBezTo>
                  <a:lnTo>
                    <a:pt x="0" y="51124"/>
                  </a:lnTo>
                  <a:cubicBezTo>
                    <a:pt x="0" y="37565"/>
                    <a:pt x="5386" y="24562"/>
                    <a:pt x="14974" y="14974"/>
                  </a:cubicBezTo>
                  <a:cubicBezTo>
                    <a:pt x="24562" y="5386"/>
                    <a:pt x="37565" y="0"/>
                    <a:pt x="51124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062342" cy="2693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1411" y="204000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6"/>
                </a:lnTo>
                <a:lnTo>
                  <a:pt x="0" y="116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5645" y="6110085"/>
            <a:ext cx="5607905" cy="4114800"/>
          </a:xfrm>
          <a:custGeom>
            <a:avLst/>
            <a:gdLst/>
            <a:ahLst/>
            <a:cxnLst/>
            <a:rect l="l" t="t" r="r" b="b"/>
            <a:pathLst>
              <a:path w="5607905" h="4114800">
                <a:moveTo>
                  <a:pt x="0" y="0"/>
                </a:moveTo>
                <a:lnTo>
                  <a:pt x="5607905" y="0"/>
                </a:lnTo>
                <a:lnTo>
                  <a:pt x="5607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64052" y="814659"/>
            <a:ext cx="7774810" cy="69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104" b="1" spc="36">
                <a:solidFill>
                  <a:srgbClr val="073064"/>
                </a:solidFill>
                <a:latin typeface="Roboto Bold"/>
                <a:ea typeface="Roboto Bold"/>
                <a:cs typeface="Roboto Bold"/>
                <a:sym typeface="Roboto Bold"/>
              </a:rPr>
              <a:t>Diagramme de cas d'utilisation :</a:t>
            </a:r>
          </a:p>
        </p:txBody>
      </p:sp>
      <p:sp>
        <p:nvSpPr>
          <p:cNvPr id="10" name="AutoShape 10"/>
          <p:cNvSpPr/>
          <p:nvPr/>
        </p:nvSpPr>
        <p:spPr>
          <a:xfrm>
            <a:off x="0" y="1698105"/>
            <a:ext cx="33494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0682" y="0"/>
            <a:ext cx="4240127" cy="10561415"/>
            <a:chOff x="0" y="0"/>
            <a:chExt cx="1062342" cy="26461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2343" cy="2646110"/>
            </a:xfrm>
            <a:custGeom>
              <a:avLst/>
              <a:gdLst/>
              <a:ahLst/>
              <a:cxnLst/>
              <a:rect l="l" t="t" r="r" b="b"/>
              <a:pathLst>
                <a:path w="1062343" h="2646110">
                  <a:moveTo>
                    <a:pt x="51124" y="0"/>
                  </a:moveTo>
                  <a:lnTo>
                    <a:pt x="1011218" y="0"/>
                  </a:lnTo>
                  <a:cubicBezTo>
                    <a:pt x="1039453" y="0"/>
                    <a:pt x="1062343" y="22889"/>
                    <a:pt x="1062343" y="51124"/>
                  </a:cubicBezTo>
                  <a:lnTo>
                    <a:pt x="1062343" y="2594985"/>
                  </a:lnTo>
                  <a:cubicBezTo>
                    <a:pt x="1062343" y="2608544"/>
                    <a:pt x="1056956" y="2621548"/>
                    <a:pt x="1047369" y="2631136"/>
                  </a:cubicBezTo>
                  <a:cubicBezTo>
                    <a:pt x="1037781" y="2640723"/>
                    <a:pt x="1024777" y="2646110"/>
                    <a:pt x="1011218" y="2646110"/>
                  </a:cubicBezTo>
                  <a:lnTo>
                    <a:pt x="51124" y="2646110"/>
                  </a:lnTo>
                  <a:cubicBezTo>
                    <a:pt x="37565" y="2646110"/>
                    <a:pt x="24562" y="2640723"/>
                    <a:pt x="14974" y="2631136"/>
                  </a:cubicBezTo>
                  <a:cubicBezTo>
                    <a:pt x="5386" y="2621548"/>
                    <a:pt x="0" y="2608544"/>
                    <a:pt x="0" y="2594985"/>
                  </a:cubicBezTo>
                  <a:lnTo>
                    <a:pt x="0" y="51124"/>
                  </a:lnTo>
                  <a:cubicBezTo>
                    <a:pt x="0" y="37565"/>
                    <a:pt x="5386" y="24562"/>
                    <a:pt x="14974" y="14974"/>
                  </a:cubicBezTo>
                  <a:cubicBezTo>
                    <a:pt x="24562" y="5386"/>
                    <a:pt x="37565" y="0"/>
                    <a:pt x="51124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62342" cy="2693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81411" y="204000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6"/>
                </a:lnTo>
                <a:lnTo>
                  <a:pt x="0" y="116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27010" y="2075504"/>
            <a:ext cx="11799254" cy="7182796"/>
          </a:xfrm>
          <a:custGeom>
            <a:avLst/>
            <a:gdLst/>
            <a:ahLst/>
            <a:cxnLst/>
            <a:rect l="l" t="t" r="r" b="b"/>
            <a:pathLst>
              <a:path w="11799254" h="7182796">
                <a:moveTo>
                  <a:pt x="0" y="0"/>
                </a:moveTo>
                <a:lnTo>
                  <a:pt x="11799254" y="0"/>
                </a:lnTo>
                <a:lnTo>
                  <a:pt x="11799254" y="7182796"/>
                </a:lnTo>
                <a:lnTo>
                  <a:pt x="0" y="7182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2589" y="6079874"/>
            <a:ext cx="5154212" cy="4207126"/>
          </a:xfrm>
          <a:custGeom>
            <a:avLst/>
            <a:gdLst/>
            <a:ahLst/>
            <a:cxnLst/>
            <a:rect l="l" t="t" r="r" b="b"/>
            <a:pathLst>
              <a:path w="5154212" h="4207126">
                <a:moveTo>
                  <a:pt x="0" y="0"/>
                </a:moveTo>
                <a:lnTo>
                  <a:pt x="5154213" y="0"/>
                </a:lnTo>
                <a:lnTo>
                  <a:pt x="5154213" y="4207126"/>
                </a:lnTo>
                <a:lnTo>
                  <a:pt x="0" y="4207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64052" y="814659"/>
            <a:ext cx="7774810" cy="69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104" b="1" spc="36">
                <a:solidFill>
                  <a:srgbClr val="073064"/>
                </a:solidFill>
                <a:latin typeface="Roboto Bold"/>
                <a:ea typeface="Roboto Bold"/>
                <a:cs typeface="Roboto Bold"/>
                <a:sym typeface="Roboto Bold"/>
              </a:rPr>
              <a:t>Diagramme de cas d'utilisation :</a:t>
            </a:r>
          </a:p>
        </p:txBody>
      </p:sp>
      <p:sp>
        <p:nvSpPr>
          <p:cNvPr id="10" name="AutoShape 10"/>
          <p:cNvSpPr/>
          <p:nvPr/>
        </p:nvSpPr>
        <p:spPr>
          <a:xfrm>
            <a:off x="0" y="1698105"/>
            <a:ext cx="33494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0682" y="0"/>
            <a:ext cx="4240127" cy="10561415"/>
            <a:chOff x="0" y="0"/>
            <a:chExt cx="1062342" cy="26461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2343" cy="2646110"/>
            </a:xfrm>
            <a:custGeom>
              <a:avLst/>
              <a:gdLst/>
              <a:ahLst/>
              <a:cxnLst/>
              <a:rect l="l" t="t" r="r" b="b"/>
              <a:pathLst>
                <a:path w="1062343" h="2646110">
                  <a:moveTo>
                    <a:pt x="51124" y="0"/>
                  </a:moveTo>
                  <a:lnTo>
                    <a:pt x="1011218" y="0"/>
                  </a:lnTo>
                  <a:cubicBezTo>
                    <a:pt x="1039453" y="0"/>
                    <a:pt x="1062343" y="22889"/>
                    <a:pt x="1062343" y="51124"/>
                  </a:cubicBezTo>
                  <a:lnTo>
                    <a:pt x="1062343" y="2594985"/>
                  </a:lnTo>
                  <a:cubicBezTo>
                    <a:pt x="1062343" y="2608544"/>
                    <a:pt x="1056956" y="2621548"/>
                    <a:pt x="1047369" y="2631136"/>
                  </a:cubicBezTo>
                  <a:cubicBezTo>
                    <a:pt x="1037781" y="2640723"/>
                    <a:pt x="1024777" y="2646110"/>
                    <a:pt x="1011218" y="2646110"/>
                  </a:cubicBezTo>
                  <a:lnTo>
                    <a:pt x="51124" y="2646110"/>
                  </a:lnTo>
                  <a:cubicBezTo>
                    <a:pt x="37565" y="2646110"/>
                    <a:pt x="24562" y="2640723"/>
                    <a:pt x="14974" y="2631136"/>
                  </a:cubicBezTo>
                  <a:cubicBezTo>
                    <a:pt x="5386" y="2621548"/>
                    <a:pt x="0" y="2608544"/>
                    <a:pt x="0" y="2594985"/>
                  </a:cubicBezTo>
                  <a:lnTo>
                    <a:pt x="0" y="51124"/>
                  </a:lnTo>
                  <a:cubicBezTo>
                    <a:pt x="0" y="37565"/>
                    <a:pt x="5386" y="24562"/>
                    <a:pt x="14974" y="14974"/>
                  </a:cubicBezTo>
                  <a:cubicBezTo>
                    <a:pt x="24562" y="5386"/>
                    <a:pt x="37565" y="0"/>
                    <a:pt x="51124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62342" cy="2693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81411" y="204000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6"/>
                </a:lnTo>
                <a:lnTo>
                  <a:pt x="0" y="116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06490" y="952500"/>
            <a:ext cx="7774810" cy="69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104" b="1" spc="36">
                <a:solidFill>
                  <a:srgbClr val="073064"/>
                </a:solidFill>
                <a:latin typeface="Roboto Bold"/>
                <a:ea typeface="Roboto Bold"/>
                <a:cs typeface="Roboto Bold"/>
                <a:sym typeface="Roboto Bold"/>
              </a:rPr>
              <a:t>Diagramme de classes :</a:t>
            </a:r>
          </a:p>
        </p:txBody>
      </p:sp>
      <p:sp>
        <p:nvSpPr>
          <p:cNvPr id="8" name="Freeform 8"/>
          <p:cNvSpPr/>
          <p:nvPr/>
        </p:nvSpPr>
        <p:spPr>
          <a:xfrm>
            <a:off x="8874074" y="148813"/>
            <a:ext cx="8853082" cy="9989373"/>
          </a:xfrm>
          <a:custGeom>
            <a:avLst/>
            <a:gdLst/>
            <a:ahLst/>
            <a:cxnLst/>
            <a:rect l="l" t="t" r="r" b="b"/>
            <a:pathLst>
              <a:path w="8853082" h="9989373">
                <a:moveTo>
                  <a:pt x="0" y="0"/>
                </a:moveTo>
                <a:lnTo>
                  <a:pt x="8853083" y="0"/>
                </a:lnTo>
                <a:lnTo>
                  <a:pt x="8853083" y="9989374"/>
                </a:lnTo>
                <a:lnTo>
                  <a:pt x="0" y="9989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29381" y="6172200"/>
            <a:ext cx="5588862" cy="4114800"/>
          </a:xfrm>
          <a:custGeom>
            <a:avLst/>
            <a:gdLst/>
            <a:ahLst/>
            <a:cxnLst/>
            <a:rect l="l" t="t" r="r" b="b"/>
            <a:pathLst>
              <a:path w="5588862" h="4114800">
                <a:moveTo>
                  <a:pt x="0" y="0"/>
                </a:moveTo>
                <a:lnTo>
                  <a:pt x="5588863" y="0"/>
                </a:lnTo>
                <a:lnTo>
                  <a:pt x="55888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806490" y="2353046"/>
            <a:ext cx="6443767" cy="1928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645" spc="2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 diagramme de classes représentant la structure des données principales (Reservations, Utilisateur, Commentaires, etc.).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0" y="1698105"/>
            <a:ext cx="33494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51961" y="5483788"/>
            <a:ext cx="5643267" cy="5643267"/>
          </a:xfrm>
          <a:custGeom>
            <a:avLst/>
            <a:gdLst/>
            <a:ahLst/>
            <a:cxnLst/>
            <a:rect l="l" t="t" r="r" b="b"/>
            <a:pathLst>
              <a:path w="5643267" h="5643267">
                <a:moveTo>
                  <a:pt x="0" y="0"/>
                </a:moveTo>
                <a:lnTo>
                  <a:pt x="5643268" y="0"/>
                </a:lnTo>
                <a:lnTo>
                  <a:pt x="5643268" y="5643268"/>
                </a:lnTo>
                <a:lnTo>
                  <a:pt x="0" y="5643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162587" y="2166871"/>
            <a:ext cx="8996641" cy="7091429"/>
            <a:chOff x="0" y="0"/>
            <a:chExt cx="2369486" cy="18677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69486" cy="1867702"/>
            </a:xfrm>
            <a:custGeom>
              <a:avLst/>
              <a:gdLst/>
              <a:ahLst/>
              <a:cxnLst/>
              <a:rect l="l" t="t" r="r" b="b"/>
              <a:pathLst>
                <a:path w="2369486" h="1867702">
                  <a:moveTo>
                    <a:pt x="43887" y="0"/>
                  </a:moveTo>
                  <a:lnTo>
                    <a:pt x="2325598" y="0"/>
                  </a:lnTo>
                  <a:cubicBezTo>
                    <a:pt x="2349837" y="0"/>
                    <a:pt x="2369486" y="19649"/>
                    <a:pt x="2369486" y="43887"/>
                  </a:cubicBezTo>
                  <a:lnTo>
                    <a:pt x="2369486" y="1823814"/>
                  </a:lnTo>
                  <a:cubicBezTo>
                    <a:pt x="2369486" y="1835454"/>
                    <a:pt x="2364862" y="1846617"/>
                    <a:pt x="2356631" y="1854847"/>
                  </a:cubicBezTo>
                  <a:cubicBezTo>
                    <a:pt x="2348401" y="1863078"/>
                    <a:pt x="2337238" y="1867702"/>
                    <a:pt x="2325598" y="1867702"/>
                  </a:cubicBezTo>
                  <a:lnTo>
                    <a:pt x="43887" y="1867702"/>
                  </a:lnTo>
                  <a:cubicBezTo>
                    <a:pt x="32248" y="1867702"/>
                    <a:pt x="21085" y="1863078"/>
                    <a:pt x="12854" y="1854847"/>
                  </a:cubicBezTo>
                  <a:cubicBezTo>
                    <a:pt x="4624" y="1846617"/>
                    <a:pt x="0" y="1835454"/>
                    <a:pt x="0" y="1823814"/>
                  </a:cubicBezTo>
                  <a:lnTo>
                    <a:pt x="0" y="43887"/>
                  </a:lnTo>
                  <a:cubicBezTo>
                    <a:pt x="0" y="32248"/>
                    <a:pt x="4624" y="21085"/>
                    <a:pt x="12854" y="12854"/>
                  </a:cubicBezTo>
                  <a:cubicBezTo>
                    <a:pt x="21085" y="4624"/>
                    <a:pt x="32248" y="0"/>
                    <a:pt x="43887" y="0"/>
                  </a:cubicBezTo>
                  <a:close/>
                </a:path>
              </a:pathLst>
            </a:custGeom>
            <a:solidFill>
              <a:srgbClr val="07306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369486" cy="1867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365042"/>
            <a:ext cx="13042814" cy="6721369"/>
          </a:xfrm>
          <a:custGeom>
            <a:avLst/>
            <a:gdLst/>
            <a:ahLst/>
            <a:cxnLst/>
            <a:rect l="l" t="t" r="r" b="b"/>
            <a:pathLst>
              <a:path w="13042814" h="6721369">
                <a:moveTo>
                  <a:pt x="0" y="0"/>
                </a:moveTo>
                <a:lnTo>
                  <a:pt x="13042814" y="0"/>
                </a:lnTo>
                <a:lnTo>
                  <a:pt x="13042814" y="6721369"/>
                </a:lnTo>
                <a:lnTo>
                  <a:pt x="0" y="6721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6850"/>
            </a:stretch>
          </a:blipFill>
        </p:spPr>
      </p:sp>
      <p:grpSp>
        <p:nvGrpSpPr>
          <p:cNvPr id="8" name="Group 8"/>
          <p:cNvGrpSpPr/>
          <p:nvPr/>
        </p:nvGrpSpPr>
        <p:grpSpPr>
          <a:xfrm rot="5400000">
            <a:off x="7885826" y="-9066289"/>
            <a:ext cx="2516347" cy="18288000"/>
            <a:chOff x="0" y="0"/>
            <a:chExt cx="630458" cy="4581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0458" cy="4581967"/>
            </a:xfrm>
            <a:custGeom>
              <a:avLst/>
              <a:gdLst/>
              <a:ahLst/>
              <a:cxnLst/>
              <a:rect l="l" t="t" r="r" b="b"/>
              <a:pathLst>
                <a:path w="630458" h="4581967">
                  <a:moveTo>
                    <a:pt x="86146" y="0"/>
                  </a:moveTo>
                  <a:lnTo>
                    <a:pt x="544312" y="0"/>
                  </a:lnTo>
                  <a:cubicBezTo>
                    <a:pt x="567159" y="0"/>
                    <a:pt x="589071" y="9076"/>
                    <a:pt x="605227" y="25232"/>
                  </a:cubicBezTo>
                  <a:cubicBezTo>
                    <a:pt x="621382" y="41387"/>
                    <a:pt x="630458" y="63299"/>
                    <a:pt x="630458" y="86146"/>
                  </a:cubicBezTo>
                  <a:lnTo>
                    <a:pt x="630458" y="4495821"/>
                  </a:lnTo>
                  <a:cubicBezTo>
                    <a:pt x="630458" y="4518668"/>
                    <a:pt x="621382" y="4540580"/>
                    <a:pt x="605227" y="4556735"/>
                  </a:cubicBezTo>
                  <a:cubicBezTo>
                    <a:pt x="589071" y="4572891"/>
                    <a:pt x="567159" y="4581967"/>
                    <a:pt x="544312" y="4581967"/>
                  </a:cubicBezTo>
                  <a:lnTo>
                    <a:pt x="86146" y="4581967"/>
                  </a:lnTo>
                  <a:cubicBezTo>
                    <a:pt x="38569" y="4581967"/>
                    <a:pt x="0" y="4543398"/>
                    <a:pt x="0" y="4495821"/>
                  </a:cubicBezTo>
                  <a:lnTo>
                    <a:pt x="0" y="86146"/>
                  </a:lnTo>
                  <a:cubicBezTo>
                    <a:pt x="0" y="63299"/>
                    <a:pt x="9076" y="41387"/>
                    <a:pt x="25232" y="25232"/>
                  </a:cubicBezTo>
                  <a:cubicBezTo>
                    <a:pt x="41387" y="9076"/>
                    <a:pt x="63299" y="0"/>
                    <a:pt x="86146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30458" cy="4629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8376" y="12707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5" y="0"/>
                </a:lnTo>
                <a:lnTo>
                  <a:pt x="2898285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256595" y="332842"/>
            <a:ext cx="7774810" cy="69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5"/>
              </a:lnSpc>
            </a:pPr>
            <a:r>
              <a:rPr lang="en-US" sz="4104" b="1" spc="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 du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890435" y="0"/>
            <a:ext cx="6009827" cy="10397046"/>
            <a:chOff x="0" y="0"/>
            <a:chExt cx="1582835" cy="27383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2835" cy="2738317"/>
            </a:xfrm>
            <a:custGeom>
              <a:avLst/>
              <a:gdLst/>
              <a:ahLst/>
              <a:cxnLst/>
              <a:rect l="l" t="t" r="r" b="b"/>
              <a:pathLst>
                <a:path w="1582835" h="2738317">
                  <a:moveTo>
                    <a:pt x="65699" y="0"/>
                  </a:moveTo>
                  <a:lnTo>
                    <a:pt x="1517136" y="0"/>
                  </a:lnTo>
                  <a:cubicBezTo>
                    <a:pt x="1534561" y="0"/>
                    <a:pt x="1551271" y="6922"/>
                    <a:pt x="1563592" y="19243"/>
                  </a:cubicBezTo>
                  <a:cubicBezTo>
                    <a:pt x="1575913" y="31564"/>
                    <a:pt x="1582835" y="48274"/>
                    <a:pt x="1582835" y="65699"/>
                  </a:cubicBezTo>
                  <a:lnTo>
                    <a:pt x="1582835" y="2672618"/>
                  </a:lnTo>
                  <a:cubicBezTo>
                    <a:pt x="1582835" y="2690042"/>
                    <a:pt x="1575913" y="2706753"/>
                    <a:pt x="1563592" y="2719074"/>
                  </a:cubicBezTo>
                  <a:cubicBezTo>
                    <a:pt x="1551271" y="2731395"/>
                    <a:pt x="1534561" y="2738317"/>
                    <a:pt x="1517136" y="2738317"/>
                  </a:cubicBezTo>
                  <a:lnTo>
                    <a:pt x="65699" y="2738317"/>
                  </a:lnTo>
                  <a:cubicBezTo>
                    <a:pt x="48274" y="2738317"/>
                    <a:pt x="31564" y="2731395"/>
                    <a:pt x="19243" y="2719074"/>
                  </a:cubicBezTo>
                  <a:cubicBezTo>
                    <a:pt x="6922" y="2706753"/>
                    <a:pt x="0" y="2690042"/>
                    <a:pt x="0" y="2672618"/>
                  </a:cubicBezTo>
                  <a:lnTo>
                    <a:pt x="0" y="65699"/>
                  </a:lnTo>
                  <a:cubicBezTo>
                    <a:pt x="0" y="48274"/>
                    <a:pt x="6922" y="31564"/>
                    <a:pt x="19243" y="19243"/>
                  </a:cubicBezTo>
                  <a:cubicBezTo>
                    <a:pt x="31564" y="6922"/>
                    <a:pt x="48274" y="0"/>
                    <a:pt x="65699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582835" cy="2738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52931" y="1741400"/>
            <a:ext cx="1203332" cy="1008344"/>
            <a:chOff x="0" y="0"/>
            <a:chExt cx="377924" cy="3166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7924" cy="316685"/>
            </a:xfrm>
            <a:custGeom>
              <a:avLst/>
              <a:gdLst/>
              <a:ahLst/>
              <a:cxnLst/>
              <a:rect l="l" t="t" r="r" b="b"/>
              <a:pathLst>
                <a:path w="377924" h="316685">
                  <a:moveTo>
                    <a:pt x="128675" y="0"/>
                  </a:moveTo>
                  <a:lnTo>
                    <a:pt x="249249" y="0"/>
                  </a:lnTo>
                  <a:cubicBezTo>
                    <a:pt x="320314" y="0"/>
                    <a:pt x="377924" y="57610"/>
                    <a:pt x="377924" y="128675"/>
                  </a:cubicBezTo>
                  <a:lnTo>
                    <a:pt x="377924" y="188010"/>
                  </a:lnTo>
                  <a:cubicBezTo>
                    <a:pt x="377924" y="259076"/>
                    <a:pt x="320314" y="316685"/>
                    <a:pt x="249249" y="316685"/>
                  </a:cubicBezTo>
                  <a:lnTo>
                    <a:pt x="128675" y="316685"/>
                  </a:lnTo>
                  <a:cubicBezTo>
                    <a:pt x="57610" y="316685"/>
                    <a:pt x="0" y="259076"/>
                    <a:pt x="0" y="188010"/>
                  </a:cubicBezTo>
                  <a:lnTo>
                    <a:pt x="0" y="128675"/>
                  </a:lnTo>
                  <a:cubicBezTo>
                    <a:pt x="0" y="57610"/>
                    <a:pt x="57610" y="0"/>
                    <a:pt x="128675" y="0"/>
                  </a:cubicBezTo>
                  <a:close/>
                </a:path>
              </a:pathLst>
            </a:custGeom>
            <a:solidFill>
              <a:srgbClr val="07306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7924" cy="354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4479" y="444822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6"/>
                </a:lnTo>
                <a:lnTo>
                  <a:pt x="0" y="116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670964" y="2555401"/>
            <a:ext cx="9154798" cy="7175125"/>
            <a:chOff x="0" y="0"/>
            <a:chExt cx="2411140" cy="18897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11140" cy="1889745"/>
            </a:xfrm>
            <a:custGeom>
              <a:avLst/>
              <a:gdLst/>
              <a:ahLst/>
              <a:cxnLst/>
              <a:rect l="l" t="t" r="r" b="b"/>
              <a:pathLst>
                <a:path w="2411140" h="1889745">
                  <a:moveTo>
                    <a:pt x="43129" y="0"/>
                  </a:moveTo>
                  <a:lnTo>
                    <a:pt x="2368011" y="0"/>
                  </a:lnTo>
                  <a:cubicBezTo>
                    <a:pt x="2391831" y="0"/>
                    <a:pt x="2411140" y="19310"/>
                    <a:pt x="2411140" y="43129"/>
                  </a:cubicBezTo>
                  <a:lnTo>
                    <a:pt x="2411140" y="1846616"/>
                  </a:lnTo>
                  <a:cubicBezTo>
                    <a:pt x="2411140" y="1858054"/>
                    <a:pt x="2406596" y="1869024"/>
                    <a:pt x="2398508" y="1877113"/>
                  </a:cubicBezTo>
                  <a:cubicBezTo>
                    <a:pt x="2390420" y="1885201"/>
                    <a:pt x="2379450" y="1889745"/>
                    <a:pt x="2368011" y="1889745"/>
                  </a:cubicBezTo>
                  <a:lnTo>
                    <a:pt x="43129" y="1889745"/>
                  </a:lnTo>
                  <a:cubicBezTo>
                    <a:pt x="19310" y="1889745"/>
                    <a:pt x="0" y="1870435"/>
                    <a:pt x="0" y="1846616"/>
                  </a:cubicBezTo>
                  <a:lnTo>
                    <a:pt x="0" y="43129"/>
                  </a:lnTo>
                  <a:cubicBezTo>
                    <a:pt x="0" y="19310"/>
                    <a:pt x="19310" y="0"/>
                    <a:pt x="43129" y="0"/>
                  </a:cubicBezTo>
                  <a:close/>
                </a:path>
              </a:pathLst>
            </a:custGeom>
            <a:solidFill>
              <a:srgbClr val="07306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411140" cy="1889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4526979" y="2749744"/>
            <a:ext cx="13148770" cy="6779442"/>
          </a:xfrm>
          <a:custGeom>
            <a:avLst/>
            <a:gdLst/>
            <a:ahLst/>
            <a:cxnLst/>
            <a:rect l="l" t="t" r="r" b="b"/>
            <a:pathLst>
              <a:path w="13148770" h="6779442">
                <a:moveTo>
                  <a:pt x="0" y="0"/>
                </a:moveTo>
                <a:lnTo>
                  <a:pt x="13148771" y="0"/>
                </a:lnTo>
                <a:lnTo>
                  <a:pt x="13148771" y="6779442"/>
                </a:lnTo>
                <a:lnTo>
                  <a:pt x="0" y="677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6915"/>
            </a:stretch>
          </a:blipFill>
        </p:spPr>
      </p:sp>
      <p:sp>
        <p:nvSpPr>
          <p:cNvPr id="14" name="Freeform 14"/>
          <p:cNvSpPr/>
          <p:nvPr/>
        </p:nvSpPr>
        <p:spPr>
          <a:xfrm rot="3159865">
            <a:off x="14023997" y="-1270935"/>
            <a:ext cx="3305589" cy="2884127"/>
          </a:xfrm>
          <a:custGeom>
            <a:avLst/>
            <a:gdLst/>
            <a:ahLst/>
            <a:cxnLst/>
            <a:rect l="l" t="t" r="r" b="b"/>
            <a:pathLst>
              <a:path w="3305589" h="2884127">
                <a:moveTo>
                  <a:pt x="0" y="0"/>
                </a:moveTo>
                <a:lnTo>
                  <a:pt x="3305589" y="0"/>
                </a:lnTo>
                <a:lnTo>
                  <a:pt x="3305589" y="2884126"/>
                </a:lnTo>
                <a:lnTo>
                  <a:pt x="0" y="2884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41641" y="6812237"/>
            <a:ext cx="4142244" cy="3784975"/>
          </a:xfrm>
          <a:custGeom>
            <a:avLst/>
            <a:gdLst/>
            <a:ahLst/>
            <a:cxnLst/>
            <a:rect l="l" t="t" r="r" b="b"/>
            <a:pathLst>
              <a:path w="4142244" h="3784975">
                <a:moveTo>
                  <a:pt x="0" y="0"/>
                </a:moveTo>
                <a:lnTo>
                  <a:pt x="4142244" y="0"/>
                </a:lnTo>
                <a:lnTo>
                  <a:pt x="4142244" y="3784976"/>
                </a:lnTo>
                <a:lnTo>
                  <a:pt x="0" y="3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flipV="1">
            <a:off x="-111102" y="2245572"/>
            <a:ext cx="2664032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2780302" y="1871277"/>
            <a:ext cx="748590" cy="748590"/>
          </a:xfrm>
          <a:custGeom>
            <a:avLst/>
            <a:gdLst/>
            <a:ahLst/>
            <a:cxnLst/>
            <a:rect l="l" t="t" r="r" b="b"/>
            <a:pathLst>
              <a:path w="748590" h="748590">
                <a:moveTo>
                  <a:pt x="0" y="0"/>
                </a:moveTo>
                <a:lnTo>
                  <a:pt x="748589" y="0"/>
                </a:lnTo>
                <a:lnTo>
                  <a:pt x="748589" y="748590"/>
                </a:lnTo>
                <a:lnTo>
                  <a:pt x="0" y="7485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012424" y="1859543"/>
            <a:ext cx="7774810" cy="69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104" b="1" spc="36">
                <a:solidFill>
                  <a:srgbClr val="073064"/>
                </a:solidFill>
                <a:latin typeface="Roboto Bold"/>
                <a:ea typeface="Roboto Bold"/>
                <a:cs typeface="Roboto Bold"/>
                <a:sym typeface="Roboto Bold"/>
              </a:rPr>
              <a:t>Services métiers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890435" y="0"/>
            <a:ext cx="6009827" cy="10397046"/>
            <a:chOff x="0" y="0"/>
            <a:chExt cx="1582835" cy="27383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2835" cy="2738317"/>
            </a:xfrm>
            <a:custGeom>
              <a:avLst/>
              <a:gdLst/>
              <a:ahLst/>
              <a:cxnLst/>
              <a:rect l="l" t="t" r="r" b="b"/>
              <a:pathLst>
                <a:path w="1582835" h="2738317">
                  <a:moveTo>
                    <a:pt x="65699" y="0"/>
                  </a:moveTo>
                  <a:lnTo>
                    <a:pt x="1517136" y="0"/>
                  </a:lnTo>
                  <a:cubicBezTo>
                    <a:pt x="1534561" y="0"/>
                    <a:pt x="1551271" y="6922"/>
                    <a:pt x="1563592" y="19243"/>
                  </a:cubicBezTo>
                  <a:cubicBezTo>
                    <a:pt x="1575913" y="31564"/>
                    <a:pt x="1582835" y="48274"/>
                    <a:pt x="1582835" y="65699"/>
                  </a:cubicBezTo>
                  <a:lnTo>
                    <a:pt x="1582835" y="2672618"/>
                  </a:lnTo>
                  <a:cubicBezTo>
                    <a:pt x="1582835" y="2690042"/>
                    <a:pt x="1575913" y="2706753"/>
                    <a:pt x="1563592" y="2719074"/>
                  </a:cubicBezTo>
                  <a:cubicBezTo>
                    <a:pt x="1551271" y="2731395"/>
                    <a:pt x="1534561" y="2738317"/>
                    <a:pt x="1517136" y="2738317"/>
                  </a:cubicBezTo>
                  <a:lnTo>
                    <a:pt x="65699" y="2738317"/>
                  </a:lnTo>
                  <a:cubicBezTo>
                    <a:pt x="48274" y="2738317"/>
                    <a:pt x="31564" y="2731395"/>
                    <a:pt x="19243" y="2719074"/>
                  </a:cubicBezTo>
                  <a:cubicBezTo>
                    <a:pt x="6922" y="2706753"/>
                    <a:pt x="0" y="2690042"/>
                    <a:pt x="0" y="2672618"/>
                  </a:cubicBezTo>
                  <a:lnTo>
                    <a:pt x="0" y="65699"/>
                  </a:lnTo>
                  <a:cubicBezTo>
                    <a:pt x="0" y="48274"/>
                    <a:pt x="6922" y="31564"/>
                    <a:pt x="19243" y="19243"/>
                  </a:cubicBezTo>
                  <a:cubicBezTo>
                    <a:pt x="31564" y="6922"/>
                    <a:pt x="48274" y="0"/>
                    <a:pt x="65699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582835" cy="2738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52931" y="1741400"/>
            <a:ext cx="1203332" cy="1008344"/>
            <a:chOff x="0" y="0"/>
            <a:chExt cx="377924" cy="3166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7924" cy="316685"/>
            </a:xfrm>
            <a:custGeom>
              <a:avLst/>
              <a:gdLst/>
              <a:ahLst/>
              <a:cxnLst/>
              <a:rect l="l" t="t" r="r" b="b"/>
              <a:pathLst>
                <a:path w="377924" h="316685">
                  <a:moveTo>
                    <a:pt x="128675" y="0"/>
                  </a:moveTo>
                  <a:lnTo>
                    <a:pt x="249249" y="0"/>
                  </a:lnTo>
                  <a:cubicBezTo>
                    <a:pt x="320314" y="0"/>
                    <a:pt x="377924" y="57610"/>
                    <a:pt x="377924" y="128675"/>
                  </a:cubicBezTo>
                  <a:lnTo>
                    <a:pt x="377924" y="188010"/>
                  </a:lnTo>
                  <a:cubicBezTo>
                    <a:pt x="377924" y="259076"/>
                    <a:pt x="320314" y="316685"/>
                    <a:pt x="249249" y="316685"/>
                  </a:cubicBezTo>
                  <a:lnTo>
                    <a:pt x="128675" y="316685"/>
                  </a:lnTo>
                  <a:cubicBezTo>
                    <a:pt x="57610" y="316685"/>
                    <a:pt x="0" y="259076"/>
                    <a:pt x="0" y="188010"/>
                  </a:cubicBezTo>
                  <a:lnTo>
                    <a:pt x="0" y="128675"/>
                  </a:lnTo>
                  <a:cubicBezTo>
                    <a:pt x="0" y="57610"/>
                    <a:pt x="57610" y="0"/>
                    <a:pt x="128675" y="0"/>
                  </a:cubicBezTo>
                  <a:close/>
                </a:path>
              </a:pathLst>
            </a:custGeom>
            <a:solidFill>
              <a:srgbClr val="07306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7924" cy="354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4479" y="444822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6"/>
                </a:lnTo>
                <a:lnTo>
                  <a:pt x="0" y="116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670964" y="2555401"/>
            <a:ext cx="9154798" cy="7175125"/>
            <a:chOff x="0" y="0"/>
            <a:chExt cx="2411140" cy="18897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11140" cy="1889745"/>
            </a:xfrm>
            <a:custGeom>
              <a:avLst/>
              <a:gdLst/>
              <a:ahLst/>
              <a:cxnLst/>
              <a:rect l="l" t="t" r="r" b="b"/>
              <a:pathLst>
                <a:path w="2411140" h="1889745">
                  <a:moveTo>
                    <a:pt x="43129" y="0"/>
                  </a:moveTo>
                  <a:lnTo>
                    <a:pt x="2368011" y="0"/>
                  </a:lnTo>
                  <a:cubicBezTo>
                    <a:pt x="2391831" y="0"/>
                    <a:pt x="2411140" y="19310"/>
                    <a:pt x="2411140" y="43129"/>
                  </a:cubicBezTo>
                  <a:lnTo>
                    <a:pt x="2411140" y="1846616"/>
                  </a:lnTo>
                  <a:cubicBezTo>
                    <a:pt x="2411140" y="1858054"/>
                    <a:pt x="2406596" y="1869024"/>
                    <a:pt x="2398508" y="1877113"/>
                  </a:cubicBezTo>
                  <a:cubicBezTo>
                    <a:pt x="2390420" y="1885201"/>
                    <a:pt x="2379450" y="1889745"/>
                    <a:pt x="2368011" y="1889745"/>
                  </a:cubicBezTo>
                  <a:lnTo>
                    <a:pt x="43129" y="1889745"/>
                  </a:lnTo>
                  <a:cubicBezTo>
                    <a:pt x="19310" y="1889745"/>
                    <a:pt x="0" y="1870435"/>
                    <a:pt x="0" y="1846616"/>
                  </a:cubicBezTo>
                  <a:lnTo>
                    <a:pt x="0" y="43129"/>
                  </a:lnTo>
                  <a:cubicBezTo>
                    <a:pt x="0" y="19310"/>
                    <a:pt x="19310" y="0"/>
                    <a:pt x="43129" y="0"/>
                  </a:cubicBezTo>
                  <a:close/>
                </a:path>
              </a:pathLst>
            </a:custGeom>
            <a:solidFill>
              <a:srgbClr val="07306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411140" cy="1889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3159865">
            <a:off x="14023997" y="-1270935"/>
            <a:ext cx="3305589" cy="2884127"/>
          </a:xfrm>
          <a:custGeom>
            <a:avLst/>
            <a:gdLst/>
            <a:ahLst/>
            <a:cxnLst/>
            <a:rect l="l" t="t" r="r" b="b"/>
            <a:pathLst>
              <a:path w="3305589" h="2884127">
                <a:moveTo>
                  <a:pt x="0" y="0"/>
                </a:moveTo>
                <a:lnTo>
                  <a:pt x="3305589" y="0"/>
                </a:lnTo>
                <a:lnTo>
                  <a:pt x="3305589" y="2884126"/>
                </a:lnTo>
                <a:lnTo>
                  <a:pt x="0" y="2884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518512" y="2732291"/>
            <a:ext cx="13457343" cy="6821346"/>
          </a:xfrm>
          <a:custGeom>
            <a:avLst/>
            <a:gdLst/>
            <a:ahLst/>
            <a:cxnLst/>
            <a:rect l="l" t="t" r="r" b="b"/>
            <a:pathLst>
              <a:path w="13457343" h="6821346">
                <a:moveTo>
                  <a:pt x="0" y="0"/>
                </a:moveTo>
                <a:lnTo>
                  <a:pt x="13457343" y="0"/>
                </a:lnTo>
                <a:lnTo>
                  <a:pt x="13457343" y="6821346"/>
                </a:lnTo>
                <a:lnTo>
                  <a:pt x="0" y="6821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477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9478" y="6172200"/>
            <a:ext cx="4297441" cy="4114800"/>
          </a:xfrm>
          <a:custGeom>
            <a:avLst/>
            <a:gdLst/>
            <a:ahLst/>
            <a:cxnLst/>
            <a:rect l="l" t="t" r="r" b="b"/>
            <a:pathLst>
              <a:path w="4297441" h="4114800">
                <a:moveTo>
                  <a:pt x="0" y="0"/>
                </a:moveTo>
                <a:lnTo>
                  <a:pt x="4297441" y="0"/>
                </a:lnTo>
                <a:lnTo>
                  <a:pt x="4297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flipV="1">
            <a:off x="-111102" y="2245572"/>
            <a:ext cx="2664032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2774616" y="1865591"/>
            <a:ext cx="759962" cy="759962"/>
          </a:xfrm>
          <a:custGeom>
            <a:avLst/>
            <a:gdLst/>
            <a:ahLst/>
            <a:cxnLst/>
            <a:rect l="l" t="t" r="r" b="b"/>
            <a:pathLst>
              <a:path w="759962" h="759962">
                <a:moveTo>
                  <a:pt x="0" y="0"/>
                </a:moveTo>
                <a:lnTo>
                  <a:pt x="759961" y="0"/>
                </a:lnTo>
                <a:lnTo>
                  <a:pt x="759961" y="759962"/>
                </a:lnTo>
                <a:lnTo>
                  <a:pt x="0" y="759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012424" y="1859543"/>
            <a:ext cx="7774810" cy="69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104" b="1" spc="36">
                <a:solidFill>
                  <a:srgbClr val="073064"/>
                </a:solidFill>
                <a:latin typeface="Roboto Bold"/>
                <a:ea typeface="Roboto Bold"/>
                <a:cs typeface="Roboto Bold"/>
                <a:sym typeface="Roboto Bold"/>
              </a:rPr>
              <a:t>Services techniques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96937" y="972464"/>
            <a:ext cx="682381" cy="682381"/>
            <a:chOff x="0" y="0"/>
            <a:chExt cx="682371" cy="6823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2371" cy="682371"/>
            </a:xfrm>
            <a:custGeom>
              <a:avLst/>
              <a:gdLst/>
              <a:ahLst/>
              <a:cxnLst/>
              <a:rect l="l" t="t" r="r" b="b"/>
              <a:pathLst>
                <a:path w="682371" h="682371">
                  <a:moveTo>
                    <a:pt x="614172" y="0"/>
                  </a:moveTo>
                  <a:lnTo>
                    <a:pt x="68199" y="0"/>
                  </a:lnTo>
                  <a:cubicBezTo>
                    <a:pt x="30480" y="0"/>
                    <a:pt x="381" y="30480"/>
                    <a:pt x="381" y="68199"/>
                  </a:cubicBezTo>
                  <a:lnTo>
                    <a:pt x="0" y="682371"/>
                  </a:lnTo>
                  <a:lnTo>
                    <a:pt x="136525" y="545846"/>
                  </a:lnTo>
                  <a:lnTo>
                    <a:pt x="614172" y="545846"/>
                  </a:lnTo>
                  <a:cubicBezTo>
                    <a:pt x="651891" y="545846"/>
                    <a:pt x="682371" y="515366"/>
                    <a:pt x="682371" y="477647"/>
                  </a:cubicBezTo>
                  <a:lnTo>
                    <a:pt x="682371" y="68199"/>
                  </a:lnTo>
                  <a:cubicBezTo>
                    <a:pt x="682371" y="30480"/>
                    <a:pt x="651891" y="0"/>
                    <a:pt x="614172" y="0"/>
                  </a:cubicBezTo>
                  <a:close/>
                  <a:moveTo>
                    <a:pt x="545846" y="409448"/>
                  </a:moveTo>
                  <a:lnTo>
                    <a:pt x="409321" y="300228"/>
                  </a:lnTo>
                  <a:lnTo>
                    <a:pt x="409321" y="409448"/>
                  </a:lnTo>
                  <a:lnTo>
                    <a:pt x="136525" y="409448"/>
                  </a:lnTo>
                  <a:lnTo>
                    <a:pt x="136525" y="136525"/>
                  </a:lnTo>
                  <a:lnTo>
                    <a:pt x="409448" y="136525"/>
                  </a:lnTo>
                  <a:lnTo>
                    <a:pt x="409448" y="245745"/>
                  </a:lnTo>
                  <a:lnTo>
                    <a:pt x="545973" y="136525"/>
                  </a:lnTo>
                  <a:lnTo>
                    <a:pt x="545973" y="409448"/>
                  </a:lnTo>
                  <a:close/>
                </a:path>
              </a:pathLst>
            </a:custGeom>
            <a:solidFill>
              <a:srgbClr val="01796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905428" y="2002528"/>
            <a:ext cx="14579193" cy="7255772"/>
            <a:chOff x="0" y="0"/>
            <a:chExt cx="4782178" cy="23799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82178" cy="2379994"/>
            </a:xfrm>
            <a:custGeom>
              <a:avLst/>
              <a:gdLst/>
              <a:ahLst/>
              <a:cxnLst/>
              <a:rect l="l" t="t" r="r" b="b"/>
              <a:pathLst>
                <a:path w="4782178" h="2379994">
                  <a:moveTo>
                    <a:pt x="18055" y="0"/>
                  </a:moveTo>
                  <a:lnTo>
                    <a:pt x="4764124" y="0"/>
                  </a:lnTo>
                  <a:cubicBezTo>
                    <a:pt x="4774095" y="0"/>
                    <a:pt x="4782178" y="8083"/>
                    <a:pt x="4782178" y="18055"/>
                  </a:cubicBezTo>
                  <a:lnTo>
                    <a:pt x="4782178" y="2361939"/>
                  </a:lnTo>
                  <a:cubicBezTo>
                    <a:pt x="4782178" y="2371911"/>
                    <a:pt x="4774095" y="2379994"/>
                    <a:pt x="4764124" y="2379994"/>
                  </a:cubicBezTo>
                  <a:lnTo>
                    <a:pt x="18055" y="2379994"/>
                  </a:lnTo>
                  <a:cubicBezTo>
                    <a:pt x="8083" y="2379994"/>
                    <a:pt x="0" y="2371911"/>
                    <a:pt x="0" y="2361939"/>
                  </a:cubicBezTo>
                  <a:lnTo>
                    <a:pt x="0" y="18055"/>
                  </a:lnTo>
                  <a:cubicBezTo>
                    <a:pt x="0" y="8083"/>
                    <a:pt x="8083" y="0"/>
                    <a:pt x="18055" y="0"/>
                  </a:cubicBezTo>
                  <a:close/>
                </a:path>
              </a:pathLst>
            </a:custGeom>
            <a:solidFill>
              <a:srgbClr val="07306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4782178" cy="2503819"/>
            </a:xfrm>
            <a:prstGeom prst="rect">
              <a:avLst/>
            </a:prstGeom>
          </p:spPr>
          <p:txBody>
            <a:bodyPr lIns="43208" tIns="43208" rIns="43208" bIns="43208" rtlCol="0" anchor="ctr"/>
            <a:lstStyle/>
            <a:p>
              <a:pPr algn="ctr">
                <a:lnSpc>
                  <a:spcPts val="34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14848" y="-133817"/>
            <a:ext cx="3372382" cy="1536007"/>
            <a:chOff x="0" y="0"/>
            <a:chExt cx="888199" cy="4045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8199" cy="404545"/>
            </a:xfrm>
            <a:custGeom>
              <a:avLst/>
              <a:gdLst/>
              <a:ahLst/>
              <a:cxnLst/>
              <a:rect l="l" t="t" r="r" b="b"/>
              <a:pathLst>
                <a:path w="888199" h="404545">
                  <a:moveTo>
                    <a:pt x="59688" y="0"/>
                  </a:moveTo>
                  <a:lnTo>
                    <a:pt x="828512" y="0"/>
                  </a:lnTo>
                  <a:cubicBezTo>
                    <a:pt x="861476" y="0"/>
                    <a:pt x="888199" y="26723"/>
                    <a:pt x="888199" y="59688"/>
                  </a:cubicBezTo>
                  <a:lnTo>
                    <a:pt x="888199" y="344857"/>
                  </a:lnTo>
                  <a:cubicBezTo>
                    <a:pt x="888199" y="360688"/>
                    <a:pt x="881911" y="375869"/>
                    <a:pt x="870717" y="387063"/>
                  </a:cubicBezTo>
                  <a:cubicBezTo>
                    <a:pt x="859524" y="398257"/>
                    <a:pt x="844342" y="404545"/>
                    <a:pt x="828512" y="404545"/>
                  </a:cubicBezTo>
                  <a:lnTo>
                    <a:pt x="59688" y="404545"/>
                  </a:lnTo>
                  <a:cubicBezTo>
                    <a:pt x="26723" y="404545"/>
                    <a:pt x="0" y="377822"/>
                    <a:pt x="0" y="344857"/>
                  </a:cubicBezTo>
                  <a:lnTo>
                    <a:pt x="0" y="59688"/>
                  </a:lnTo>
                  <a:cubicBezTo>
                    <a:pt x="0" y="26723"/>
                    <a:pt x="26723" y="0"/>
                    <a:pt x="59688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88199" cy="46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351897" y="115089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216486" y="2288907"/>
            <a:ext cx="13959297" cy="6683014"/>
          </a:xfrm>
          <a:custGeom>
            <a:avLst/>
            <a:gdLst/>
            <a:ahLst/>
            <a:cxnLst/>
            <a:rect l="l" t="t" r="r" b="b"/>
            <a:pathLst>
              <a:path w="13959297" h="6683014">
                <a:moveTo>
                  <a:pt x="0" y="0"/>
                </a:moveTo>
                <a:lnTo>
                  <a:pt x="13959297" y="0"/>
                </a:lnTo>
                <a:lnTo>
                  <a:pt x="13959297" y="6683014"/>
                </a:lnTo>
                <a:lnTo>
                  <a:pt x="0" y="6683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33140" y="695315"/>
            <a:ext cx="6479019" cy="1042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073064"/>
                </a:solidFill>
                <a:latin typeface="Roboto Bold"/>
                <a:ea typeface="Roboto Bold"/>
                <a:cs typeface="Roboto Bold"/>
                <a:sym typeface="Roboto Bold"/>
              </a:rPr>
              <a:t>DÉMONSTRATION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58288" y="-736474"/>
            <a:ext cx="10261237" cy="11196788"/>
            <a:chOff x="0" y="0"/>
            <a:chExt cx="5604733" cy="61157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04733" cy="6115735"/>
            </a:xfrm>
            <a:custGeom>
              <a:avLst/>
              <a:gdLst/>
              <a:ahLst/>
              <a:cxnLst/>
              <a:rect l="l" t="t" r="r" b="b"/>
              <a:pathLst>
                <a:path w="5604733" h="6115735">
                  <a:moveTo>
                    <a:pt x="0" y="6115735"/>
                  </a:moveTo>
                  <a:lnTo>
                    <a:pt x="651296" y="0"/>
                  </a:lnTo>
                  <a:lnTo>
                    <a:pt x="5604733" y="0"/>
                  </a:lnTo>
                  <a:lnTo>
                    <a:pt x="4953436" y="6115735"/>
                  </a:lnTo>
                  <a:close/>
                </a:path>
              </a:pathLst>
            </a:custGeom>
            <a:blipFill>
              <a:blip r:embed="rId3"/>
              <a:stretch>
                <a:fillRect l="-80679" r="-8067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179606" y="4628175"/>
            <a:ext cx="5051113" cy="1030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1"/>
              </a:lnSpc>
            </a:pPr>
            <a:r>
              <a:rPr lang="en-US" sz="8301" spc="166" dirty="0">
                <a:solidFill>
                  <a:srgbClr val="073064"/>
                </a:solidFill>
                <a:latin typeface="League Gothic"/>
                <a:ea typeface="League Gothic"/>
                <a:cs typeface="League Gothic"/>
                <a:sym typeface="League Gothic"/>
              </a:rPr>
              <a:t>CONLUSION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3415" y="-169319"/>
            <a:ext cx="3372382" cy="1536007"/>
            <a:chOff x="0" y="0"/>
            <a:chExt cx="888199" cy="4045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8199" cy="404545"/>
            </a:xfrm>
            <a:custGeom>
              <a:avLst/>
              <a:gdLst/>
              <a:ahLst/>
              <a:cxnLst/>
              <a:rect l="l" t="t" r="r" b="b"/>
              <a:pathLst>
                <a:path w="888199" h="404545">
                  <a:moveTo>
                    <a:pt x="59688" y="0"/>
                  </a:moveTo>
                  <a:lnTo>
                    <a:pt x="828512" y="0"/>
                  </a:lnTo>
                  <a:cubicBezTo>
                    <a:pt x="861476" y="0"/>
                    <a:pt x="888199" y="26723"/>
                    <a:pt x="888199" y="59688"/>
                  </a:cubicBezTo>
                  <a:lnTo>
                    <a:pt x="888199" y="344857"/>
                  </a:lnTo>
                  <a:cubicBezTo>
                    <a:pt x="888199" y="360688"/>
                    <a:pt x="881911" y="375869"/>
                    <a:pt x="870717" y="387063"/>
                  </a:cubicBezTo>
                  <a:cubicBezTo>
                    <a:pt x="859524" y="398257"/>
                    <a:pt x="844342" y="404545"/>
                    <a:pt x="828512" y="404545"/>
                  </a:cubicBezTo>
                  <a:lnTo>
                    <a:pt x="59688" y="404545"/>
                  </a:lnTo>
                  <a:cubicBezTo>
                    <a:pt x="26723" y="404545"/>
                    <a:pt x="0" y="377822"/>
                    <a:pt x="0" y="344857"/>
                  </a:cubicBezTo>
                  <a:lnTo>
                    <a:pt x="0" y="59688"/>
                  </a:lnTo>
                  <a:cubicBezTo>
                    <a:pt x="0" y="26723"/>
                    <a:pt x="26723" y="0"/>
                    <a:pt x="59688" y="0"/>
                  </a:cubicBezTo>
                  <a:close/>
                </a:path>
              </a:pathLst>
            </a:custGeom>
            <a:solidFill>
              <a:srgbClr val="01796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88199" cy="46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30464" y="79586"/>
            <a:ext cx="2898284" cy="1167755"/>
          </a:xfrm>
          <a:custGeom>
            <a:avLst/>
            <a:gdLst/>
            <a:ahLst/>
            <a:cxnLst/>
            <a:rect l="l" t="t" r="r" b="b"/>
            <a:pathLst>
              <a:path w="2898284" h="1167755">
                <a:moveTo>
                  <a:pt x="0" y="0"/>
                </a:moveTo>
                <a:lnTo>
                  <a:pt x="2898284" y="0"/>
                </a:lnTo>
                <a:lnTo>
                  <a:pt x="2898284" y="1167755"/>
                </a:lnTo>
                <a:lnTo>
                  <a:pt x="0" y="116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rot="-1715837">
            <a:off x="11501833" y="5186828"/>
            <a:ext cx="3157819" cy="1636803"/>
          </a:xfrm>
          <a:custGeom>
            <a:avLst/>
            <a:gdLst/>
            <a:ahLst/>
            <a:cxnLst/>
            <a:rect l="l" t="t" r="r" b="b"/>
            <a:pathLst>
              <a:path w="3157819" h="1636803">
                <a:moveTo>
                  <a:pt x="0" y="0"/>
                </a:moveTo>
                <a:lnTo>
                  <a:pt x="3157819" y="0"/>
                </a:lnTo>
                <a:lnTo>
                  <a:pt x="3157819" y="1636803"/>
                </a:lnTo>
                <a:lnTo>
                  <a:pt x="0" y="16368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196817" y="5892014"/>
            <a:ext cx="5894367" cy="767110"/>
            <a:chOff x="0" y="0"/>
            <a:chExt cx="1447318" cy="1883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7318" cy="188358"/>
            </a:xfrm>
            <a:custGeom>
              <a:avLst/>
              <a:gdLst/>
              <a:ahLst/>
              <a:cxnLst/>
              <a:rect l="l" t="t" r="r" b="b"/>
              <a:pathLst>
                <a:path w="1447318" h="188358">
                  <a:moveTo>
                    <a:pt x="94179" y="0"/>
                  </a:moveTo>
                  <a:lnTo>
                    <a:pt x="1353139" y="0"/>
                  </a:lnTo>
                  <a:cubicBezTo>
                    <a:pt x="1378117" y="0"/>
                    <a:pt x="1402072" y="9922"/>
                    <a:pt x="1419734" y="27584"/>
                  </a:cubicBezTo>
                  <a:cubicBezTo>
                    <a:pt x="1437396" y="45246"/>
                    <a:pt x="1447318" y="69201"/>
                    <a:pt x="1447318" y="94179"/>
                  </a:cubicBezTo>
                  <a:lnTo>
                    <a:pt x="1447318" y="94179"/>
                  </a:lnTo>
                  <a:cubicBezTo>
                    <a:pt x="1447318" y="146193"/>
                    <a:pt x="1405153" y="188358"/>
                    <a:pt x="1353139" y="188358"/>
                  </a:cubicBezTo>
                  <a:lnTo>
                    <a:pt x="94179" y="188358"/>
                  </a:lnTo>
                  <a:cubicBezTo>
                    <a:pt x="69201" y="188358"/>
                    <a:pt x="45246" y="178436"/>
                    <a:pt x="27584" y="160774"/>
                  </a:cubicBezTo>
                  <a:cubicBezTo>
                    <a:pt x="9922" y="143112"/>
                    <a:pt x="0" y="119157"/>
                    <a:pt x="0" y="94179"/>
                  </a:cubicBezTo>
                  <a:lnTo>
                    <a:pt x="0" y="94179"/>
                  </a:lnTo>
                  <a:cubicBezTo>
                    <a:pt x="0" y="69201"/>
                    <a:pt x="9922" y="45246"/>
                    <a:pt x="27584" y="27584"/>
                  </a:cubicBezTo>
                  <a:cubicBezTo>
                    <a:pt x="45246" y="9922"/>
                    <a:pt x="69201" y="0"/>
                    <a:pt x="94179" y="0"/>
                  </a:cubicBezTo>
                  <a:close/>
                </a:path>
              </a:pathLst>
            </a:custGeom>
            <a:solidFill>
              <a:srgbClr val="07306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47318" cy="235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42488" y="3599301"/>
            <a:ext cx="4799977" cy="23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38"/>
              </a:lnSpc>
            </a:pPr>
            <a:r>
              <a:rPr lang="en-US" sz="19154">
                <a:solidFill>
                  <a:srgbClr val="073064"/>
                </a:solidFill>
                <a:latin typeface="League Gothic"/>
                <a:ea typeface="League Gothic"/>
                <a:cs typeface="League Gothic"/>
                <a:sym typeface="League Gothic"/>
              </a:rPr>
              <a:t>MERCI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93777" y="6038457"/>
            <a:ext cx="530158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spc="1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votre attention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49685" y="3599301"/>
            <a:ext cx="3598580" cy="23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38"/>
              </a:lnSpc>
            </a:pPr>
            <a:r>
              <a:rPr lang="en-US" sz="19154">
                <a:solidFill>
                  <a:srgbClr val="01796F"/>
                </a:solidFill>
                <a:latin typeface="League Gothic"/>
                <a:ea typeface="League Gothic"/>
                <a:cs typeface="League Gothic"/>
                <a:sym typeface="League Gothic"/>
              </a:rPr>
              <a:t>POUR</a:t>
            </a:r>
          </a:p>
        </p:txBody>
      </p:sp>
      <p:sp>
        <p:nvSpPr>
          <p:cNvPr id="10" name="Freeform 10"/>
          <p:cNvSpPr/>
          <p:nvPr/>
        </p:nvSpPr>
        <p:spPr>
          <a:xfrm rot="847841" flipH="1">
            <a:off x="11365205" y="3285532"/>
            <a:ext cx="1945407" cy="549578"/>
          </a:xfrm>
          <a:custGeom>
            <a:avLst/>
            <a:gdLst/>
            <a:ahLst/>
            <a:cxnLst/>
            <a:rect l="l" t="t" r="r" b="b"/>
            <a:pathLst>
              <a:path w="1945407" h="549578">
                <a:moveTo>
                  <a:pt x="1945408" y="0"/>
                </a:moveTo>
                <a:lnTo>
                  <a:pt x="0" y="0"/>
                </a:lnTo>
                <a:lnTo>
                  <a:pt x="0" y="549577"/>
                </a:lnTo>
                <a:lnTo>
                  <a:pt x="1945408" y="549577"/>
                </a:lnTo>
                <a:lnTo>
                  <a:pt x="194540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3206787" flipV="1">
            <a:off x="3038368" y="5748079"/>
            <a:ext cx="3448273" cy="2349136"/>
          </a:xfrm>
          <a:custGeom>
            <a:avLst/>
            <a:gdLst/>
            <a:ahLst/>
            <a:cxnLst/>
            <a:rect l="l" t="t" r="r" b="b"/>
            <a:pathLst>
              <a:path w="3448273" h="2349136">
                <a:moveTo>
                  <a:pt x="0" y="2349135"/>
                </a:moveTo>
                <a:lnTo>
                  <a:pt x="3448273" y="2349135"/>
                </a:lnTo>
                <a:lnTo>
                  <a:pt x="3448273" y="0"/>
                </a:lnTo>
                <a:lnTo>
                  <a:pt x="0" y="0"/>
                </a:lnTo>
                <a:lnTo>
                  <a:pt x="0" y="234913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193</Words>
  <Application>Microsoft Office PowerPoint</Application>
  <PresentationFormat>Personnalisé</PresentationFormat>
  <Paragraphs>49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7" baseType="lpstr">
      <vt:lpstr>League Gothic</vt:lpstr>
      <vt:lpstr>Poppins Bold</vt:lpstr>
      <vt:lpstr>Roboto Bold</vt:lpstr>
      <vt:lpstr>Open Sans Bold</vt:lpstr>
      <vt:lpstr>Calibri</vt:lpstr>
      <vt:lpstr>Poppins</vt:lpstr>
      <vt:lpstr>Cooper Hewitt Bold</vt:lpstr>
      <vt:lpstr>Open Sans</vt:lpstr>
      <vt:lpstr>Montserrat</vt:lpstr>
      <vt:lpstr>Arial</vt:lpstr>
      <vt:lpstr>Bebas Neue Bold</vt:lpstr>
      <vt:lpstr>Roboto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de reservation des voyages</dc:title>
  <cp:lastModifiedBy>Ahmed Bt</cp:lastModifiedBy>
  <cp:revision>3</cp:revision>
  <dcterms:created xsi:type="dcterms:W3CDTF">2006-08-16T00:00:00Z</dcterms:created>
  <dcterms:modified xsi:type="dcterms:W3CDTF">2025-02-21T10:08:20Z</dcterms:modified>
  <dc:identifier>DAGfevjIFjA</dc:identifier>
</cp:coreProperties>
</file>